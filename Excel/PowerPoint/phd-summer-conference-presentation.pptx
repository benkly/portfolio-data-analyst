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60" r:id="rId5"/>
    <p:sldId id="269" r:id="rId6"/>
    <p:sldId id="276" r:id="rId7"/>
    <p:sldId id="277" r:id="rId8"/>
    <p:sldId id="278" r:id="rId9"/>
    <p:sldId id="279" r:id="rId10"/>
    <p:sldId id="270" r:id="rId11"/>
    <p:sldId id="286" r:id="rId12"/>
    <p:sldId id="289" r:id="rId13"/>
    <p:sldId id="291" r:id="rId14"/>
    <p:sldId id="293" r:id="rId15"/>
    <p:sldId id="294" r:id="rId16"/>
    <p:sldId id="292" r:id="rId17"/>
    <p:sldId id="271" r:id="rId18"/>
    <p:sldId id="272" r:id="rId19"/>
    <p:sldId id="274" r:id="rId20"/>
    <p:sldId id="268" r:id="rId21"/>
    <p:sldId id="273" r:id="rId22"/>
    <p:sldId id="288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7E"/>
    <a:srgbClr val="1D187A"/>
    <a:srgbClr val="1F5999"/>
    <a:srgbClr val="241E9A"/>
    <a:srgbClr val="002F5F"/>
    <a:srgbClr val="1E1983"/>
    <a:srgbClr val="F2F2F2"/>
    <a:srgbClr val="0CC6DE"/>
    <a:srgbClr val="2B2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224C0-B654-444E-9919-ED2ADE9C3805}" v="5451" dt="2024-07-04T17:34:05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11" autoAdjust="0"/>
    <p:restoredTop sz="93494" autoAdjust="0"/>
  </p:normalViewPr>
  <p:slideViewPr>
    <p:cSldViewPr>
      <p:cViewPr varScale="1">
        <p:scale>
          <a:sx n="100" d="100"/>
          <a:sy n="100" d="100"/>
        </p:scale>
        <p:origin x="22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Kelly" userId="c94d8882-69fe-4a70-b219-d94260460edf" providerId="ADAL" clId="{7BE224C0-B654-444E-9919-ED2ADE9C3805}"/>
    <pc:docChg chg="undo redo custSel addSld delSld modSld sldOrd">
      <pc:chgData name="Ben Kelly" userId="c94d8882-69fe-4a70-b219-d94260460edf" providerId="ADAL" clId="{7BE224C0-B654-444E-9919-ED2ADE9C3805}" dt="2024-07-04T17:34:05.766" v="12545" actId="1036"/>
      <pc:docMkLst>
        <pc:docMk/>
      </pc:docMkLst>
      <pc:sldChg chg="addSp delSp modSp mod">
        <pc:chgData name="Ben Kelly" userId="c94d8882-69fe-4a70-b219-d94260460edf" providerId="ADAL" clId="{7BE224C0-B654-444E-9919-ED2ADE9C3805}" dt="2024-07-04T14:18:58.844" v="10911"/>
        <pc:sldMkLst>
          <pc:docMk/>
          <pc:sldMk cId="4260549241" sldId="260"/>
        </pc:sldMkLst>
        <pc:spChg chg="mod">
          <ac:chgData name="Ben Kelly" userId="c94d8882-69fe-4a70-b219-d94260460edf" providerId="ADAL" clId="{7BE224C0-B654-444E-9919-ED2ADE9C3805}" dt="2024-07-04T14:12:30.247" v="10625" actId="1076"/>
          <ac:spMkLst>
            <pc:docMk/>
            <pc:sldMk cId="4260549241" sldId="260"/>
            <ac:spMk id="2" creationId="{FDAA113F-03F5-5648-9373-80A974CF0888}"/>
          </ac:spMkLst>
        </pc:spChg>
        <pc:spChg chg="del mod">
          <ac:chgData name="Ben Kelly" userId="c94d8882-69fe-4a70-b219-d94260460edf" providerId="ADAL" clId="{7BE224C0-B654-444E-9919-ED2ADE9C3805}" dt="2024-07-04T13:37:34.536" v="10599" actId="478"/>
          <ac:spMkLst>
            <pc:docMk/>
            <pc:sldMk cId="4260549241" sldId="260"/>
            <ac:spMk id="6" creationId="{63CABB75-57FF-D553-BF5C-6D52815E1A24}"/>
          </ac:spMkLst>
        </pc:spChg>
        <pc:spChg chg="mod">
          <ac:chgData name="Ben Kelly" userId="c94d8882-69fe-4a70-b219-d94260460edf" providerId="ADAL" clId="{7BE224C0-B654-444E-9919-ED2ADE9C3805}" dt="2024-07-04T14:15:58.956" v="10783" actId="1076"/>
          <ac:spMkLst>
            <pc:docMk/>
            <pc:sldMk cId="4260549241" sldId="260"/>
            <ac:spMk id="9" creationId="{35556D97-017F-E99F-3BFE-2AA1F3A7BD46}"/>
          </ac:spMkLst>
        </pc:spChg>
        <pc:picChg chg="add mod ord">
          <ac:chgData name="Ben Kelly" userId="c94d8882-69fe-4a70-b219-d94260460edf" providerId="ADAL" clId="{7BE224C0-B654-444E-9919-ED2ADE9C3805}" dt="2024-07-04T14:16:08.006" v="10788" actId="1037"/>
          <ac:picMkLst>
            <pc:docMk/>
            <pc:sldMk cId="4260549241" sldId="260"/>
            <ac:picMk id="10" creationId="{ED2490BD-B84A-7167-728C-69BD05D745FF}"/>
          </ac:picMkLst>
        </pc:picChg>
        <pc:picChg chg="add mod">
          <ac:chgData name="Ben Kelly" userId="c94d8882-69fe-4a70-b219-d94260460edf" providerId="ADAL" clId="{7BE224C0-B654-444E-9919-ED2ADE9C3805}" dt="2024-07-04T14:18:58.844" v="10911"/>
          <ac:picMkLst>
            <pc:docMk/>
            <pc:sldMk cId="4260549241" sldId="260"/>
            <ac:picMk id="11" creationId="{F3B82711-58E3-67B0-A394-0C9180D87BF5}"/>
          </ac:picMkLst>
        </pc:picChg>
        <pc:picChg chg="add del mod">
          <ac:chgData name="Ben Kelly" userId="c94d8882-69fe-4a70-b219-d94260460edf" providerId="ADAL" clId="{7BE224C0-B654-444E-9919-ED2ADE9C3805}" dt="2024-07-04T13:37:30.884" v="10598" actId="478"/>
          <ac:picMkLst>
            <pc:docMk/>
            <pc:sldMk cId="4260549241" sldId="260"/>
            <ac:picMk id="1026" creationId="{3FA2EFC3-3667-FDBE-3FCB-A8E469A3DBDC}"/>
          </ac:picMkLst>
        </pc:picChg>
      </pc:sldChg>
      <pc:sldChg chg="addSp delSp modSp mod modTransition">
        <pc:chgData name="Ben Kelly" userId="c94d8882-69fe-4a70-b219-d94260460edf" providerId="ADAL" clId="{7BE224C0-B654-444E-9919-ED2ADE9C3805}" dt="2024-07-04T11:37:16.719" v="10296" actId="207"/>
        <pc:sldMkLst>
          <pc:docMk/>
          <pc:sldMk cId="2006751314" sldId="268"/>
        </pc:sldMkLst>
        <pc:spChg chg="mod">
          <ac:chgData name="Ben Kelly" userId="c94d8882-69fe-4a70-b219-d94260460edf" providerId="ADAL" clId="{7BE224C0-B654-444E-9919-ED2ADE9C3805}" dt="2024-07-04T11:37:16.719" v="10296" actId="207"/>
          <ac:spMkLst>
            <pc:docMk/>
            <pc:sldMk cId="2006751314" sldId="268"/>
            <ac:spMk id="2" creationId="{15B805B8-6236-87E9-67D9-7DD20D98F20F}"/>
          </ac:spMkLst>
        </pc:spChg>
        <pc:spChg chg="del mod">
          <ac:chgData name="Ben Kelly" userId="c94d8882-69fe-4a70-b219-d94260460edf" providerId="ADAL" clId="{7BE224C0-B654-444E-9919-ED2ADE9C3805}" dt="2024-07-04T10:57:52.282" v="9867" actId="478"/>
          <ac:spMkLst>
            <pc:docMk/>
            <pc:sldMk cId="2006751314" sldId="268"/>
            <ac:spMk id="3" creationId="{DBA0C0EE-DE3F-57DE-7483-CC9F88CA277E}"/>
          </ac:spMkLst>
        </pc:spChg>
        <pc:spChg chg="add mod ord">
          <ac:chgData name="Ben Kelly" userId="c94d8882-69fe-4a70-b219-d94260460edf" providerId="ADAL" clId="{7BE224C0-B654-444E-9919-ED2ADE9C3805}" dt="2024-06-26T20:19:27.978" v="8124" actId="164"/>
          <ac:spMkLst>
            <pc:docMk/>
            <pc:sldMk cId="2006751314" sldId="268"/>
            <ac:spMk id="5" creationId="{D1BD1EFA-1B90-90B3-506C-D65ABA202C6F}"/>
          </ac:spMkLst>
        </pc:spChg>
        <pc:spChg chg="add mod">
          <ac:chgData name="Ben Kelly" userId="c94d8882-69fe-4a70-b219-d94260460edf" providerId="ADAL" clId="{7BE224C0-B654-444E-9919-ED2ADE9C3805}" dt="2024-07-04T10:58:54.925" v="9902" actId="5793"/>
          <ac:spMkLst>
            <pc:docMk/>
            <pc:sldMk cId="2006751314" sldId="268"/>
            <ac:spMk id="8" creationId="{E3B04FA7-2ED5-2C2D-BE0C-8F358C8B7B38}"/>
          </ac:spMkLst>
        </pc:spChg>
        <pc:spChg chg="add mod">
          <ac:chgData name="Ben Kelly" userId="c94d8882-69fe-4a70-b219-d94260460edf" providerId="ADAL" clId="{7BE224C0-B654-444E-9919-ED2ADE9C3805}" dt="2024-07-01T13:48:31.462" v="8963" actId="1038"/>
          <ac:spMkLst>
            <pc:docMk/>
            <pc:sldMk cId="2006751314" sldId="268"/>
            <ac:spMk id="10" creationId="{E94E343D-4BBD-809C-4CEE-2EC0847835D3}"/>
          </ac:spMkLst>
        </pc:spChg>
        <pc:spChg chg="add mod ord">
          <ac:chgData name="Ben Kelly" userId="c94d8882-69fe-4a70-b219-d94260460edf" providerId="ADAL" clId="{7BE224C0-B654-444E-9919-ED2ADE9C3805}" dt="2024-06-26T20:36:58.713" v="8690" actId="207"/>
          <ac:spMkLst>
            <pc:docMk/>
            <pc:sldMk cId="2006751314" sldId="268"/>
            <ac:spMk id="11" creationId="{F27E1DD8-4868-2EA2-9AA9-14CA645C2B57}"/>
          </ac:spMkLst>
        </pc:spChg>
        <pc:spChg chg="add mod ord">
          <ac:chgData name="Ben Kelly" userId="c94d8882-69fe-4a70-b219-d94260460edf" providerId="ADAL" clId="{7BE224C0-B654-444E-9919-ED2ADE9C3805}" dt="2024-07-04T10:58:24.989" v="9895" actId="14100"/>
          <ac:spMkLst>
            <pc:docMk/>
            <pc:sldMk cId="2006751314" sldId="268"/>
            <ac:spMk id="12" creationId="{B8A9E40E-4A62-2936-3617-739D1E313A13}"/>
          </ac:spMkLst>
        </pc:spChg>
        <pc:spChg chg="add mod">
          <ac:chgData name="Ben Kelly" userId="c94d8882-69fe-4a70-b219-d94260460edf" providerId="ADAL" clId="{7BE224C0-B654-444E-9919-ED2ADE9C3805}" dt="2024-07-04T10:58:21.067" v="9894" actId="14100"/>
          <ac:spMkLst>
            <pc:docMk/>
            <pc:sldMk cId="2006751314" sldId="268"/>
            <ac:spMk id="13" creationId="{77B5B57F-5111-B7D2-A8BF-95FAD05FBCD3}"/>
          </ac:spMkLst>
        </pc:spChg>
        <pc:spChg chg="add mod">
          <ac:chgData name="Ben Kelly" userId="c94d8882-69fe-4a70-b219-d94260460edf" providerId="ADAL" clId="{7BE224C0-B654-444E-9919-ED2ADE9C3805}" dt="2024-07-04T10:58:41.567" v="9899" actId="1036"/>
          <ac:spMkLst>
            <pc:docMk/>
            <pc:sldMk cId="2006751314" sldId="268"/>
            <ac:spMk id="14" creationId="{0A8A26DF-5C52-14A9-3D89-104A6BE2A99E}"/>
          </ac:spMkLst>
        </pc:spChg>
        <pc:grpChg chg="add mod">
          <ac:chgData name="Ben Kelly" userId="c94d8882-69fe-4a70-b219-d94260460edf" providerId="ADAL" clId="{7BE224C0-B654-444E-9919-ED2ADE9C3805}" dt="2024-07-01T13:49:17.481" v="8972" actId="1037"/>
          <ac:grpSpMkLst>
            <pc:docMk/>
            <pc:sldMk cId="2006751314" sldId="268"/>
            <ac:grpSpMk id="6" creationId="{0EA97F02-EB25-EF86-DC2A-64FA914697F1}"/>
          </ac:grpSpMkLst>
        </pc:grpChg>
        <pc:picChg chg="add mod">
          <ac:chgData name="Ben Kelly" userId="c94d8882-69fe-4a70-b219-d94260460edf" providerId="ADAL" clId="{7BE224C0-B654-444E-9919-ED2ADE9C3805}" dt="2024-06-26T20:19:27.978" v="8124" actId="164"/>
          <ac:picMkLst>
            <pc:docMk/>
            <pc:sldMk cId="2006751314" sldId="268"/>
            <ac:picMk id="4" creationId="{6A3575AB-5AD7-9115-B05E-6D933C6D4F2C}"/>
          </ac:picMkLst>
        </pc:picChg>
        <pc:picChg chg="add mod">
          <ac:chgData name="Ben Kelly" userId="c94d8882-69fe-4a70-b219-d94260460edf" providerId="ADAL" clId="{7BE224C0-B654-444E-9919-ED2ADE9C3805}" dt="2024-07-01T13:49:10.304" v="8971" actId="1035"/>
          <ac:picMkLst>
            <pc:docMk/>
            <pc:sldMk cId="2006751314" sldId="268"/>
            <ac:picMk id="6146" creationId="{CD6F0560-BE5E-00BE-EE42-F1B229568254}"/>
          </ac:picMkLst>
        </pc:picChg>
      </pc:sldChg>
      <pc:sldChg chg="addSp delSp modSp mod">
        <pc:chgData name="Ben Kelly" userId="c94d8882-69fe-4a70-b219-d94260460edf" providerId="ADAL" clId="{7BE224C0-B654-444E-9919-ED2ADE9C3805}" dt="2024-06-26T17:56:46.744" v="4470" actId="478"/>
        <pc:sldMkLst>
          <pc:docMk/>
          <pc:sldMk cId="1468259074" sldId="269"/>
        </pc:sldMkLst>
        <pc:spChg chg="del">
          <ac:chgData name="Ben Kelly" userId="c94d8882-69fe-4a70-b219-d94260460edf" providerId="ADAL" clId="{7BE224C0-B654-444E-9919-ED2ADE9C3805}" dt="2024-06-26T17:56:43.882" v="4469" actId="478"/>
          <ac:spMkLst>
            <pc:docMk/>
            <pc:sldMk cId="1468259074" sldId="269"/>
            <ac:spMk id="3" creationId="{DBA0C0EE-DE3F-57DE-7483-CC9F88CA277E}"/>
          </ac:spMkLst>
        </pc:spChg>
        <pc:spChg chg="add del mod">
          <ac:chgData name="Ben Kelly" userId="c94d8882-69fe-4a70-b219-d94260460edf" providerId="ADAL" clId="{7BE224C0-B654-444E-9919-ED2ADE9C3805}" dt="2024-06-26T17:56:46.744" v="4470" actId="478"/>
          <ac:spMkLst>
            <pc:docMk/>
            <pc:sldMk cId="1468259074" sldId="269"/>
            <ac:spMk id="10" creationId="{4F6A91C6-1433-FAAB-1494-9CA9BC5E073F}"/>
          </ac:spMkLst>
        </pc:spChg>
      </pc:sldChg>
      <pc:sldChg chg="addSp delSp modSp mod modTransition setBg">
        <pc:chgData name="Ben Kelly" userId="c94d8882-69fe-4a70-b219-d94260460edf" providerId="ADAL" clId="{7BE224C0-B654-444E-9919-ED2ADE9C3805}" dt="2024-07-04T17:06:12.600" v="12138" actId="1037"/>
        <pc:sldMkLst>
          <pc:docMk/>
          <pc:sldMk cId="3665385588" sldId="270"/>
        </pc:sldMkLst>
        <pc:spChg chg="mod ord">
          <ac:chgData name="Ben Kelly" userId="c94d8882-69fe-4a70-b219-d94260460edf" providerId="ADAL" clId="{7BE224C0-B654-444E-9919-ED2ADE9C3805}" dt="2024-07-04T17:05:57.987" v="12135" actId="1038"/>
          <ac:spMkLst>
            <pc:docMk/>
            <pc:sldMk cId="3665385588" sldId="270"/>
            <ac:spMk id="2" creationId="{0D074FF6-801B-B575-F90F-002CC249F9FF}"/>
          </ac:spMkLst>
        </pc:spChg>
        <pc:spChg chg="del">
          <ac:chgData name="Ben Kelly" userId="c94d8882-69fe-4a70-b219-d94260460edf" providerId="ADAL" clId="{7BE224C0-B654-444E-9919-ED2ADE9C3805}" dt="2024-06-26T15:15:05.945" v="24" actId="478"/>
          <ac:spMkLst>
            <pc:docMk/>
            <pc:sldMk cId="3665385588" sldId="270"/>
            <ac:spMk id="3" creationId="{0FCBF339-8672-525B-E1A9-D436BC56A1AE}"/>
          </ac:spMkLst>
        </pc:spChg>
        <pc:spChg chg="mod topLvl">
          <ac:chgData name="Ben Kelly" userId="c94d8882-69fe-4a70-b219-d94260460edf" providerId="ADAL" clId="{7BE224C0-B654-444E-9919-ED2ADE9C3805}" dt="2024-06-26T18:06:20.648" v="4638" actId="1038"/>
          <ac:spMkLst>
            <pc:docMk/>
            <pc:sldMk cId="3665385588" sldId="270"/>
            <ac:spMk id="4" creationId="{092C7915-E202-719E-AFDE-7E1A75711CB6}"/>
          </ac:spMkLst>
        </pc:spChg>
        <pc:spChg chg="add mod ord topLvl">
          <ac:chgData name="Ben Kelly" userId="c94d8882-69fe-4a70-b219-d94260460edf" providerId="ADAL" clId="{7BE224C0-B654-444E-9919-ED2ADE9C3805}" dt="2024-06-26T18:06:20.648" v="4638" actId="1038"/>
          <ac:spMkLst>
            <pc:docMk/>
            <pc:sldMk cId="3665385588" sldId="270"/>
            <ac:spMk id="5" creationId="{90EE906D-270F-206F-B650-2380780FB449}"/>
          </ac:spMkLst>
        </pc:spChg>
        <pc:spChg chg="add mod ord topLvl">
          <ac:chgData name="Ben Kelly" userId="c94d8882-69fe-4a70-b219-d94260460edf" providerId="ADAL" clId="{7BE224C0-B654-444E-9919-ED2ADE9C3805}" dt="2024-07-04T17:06:08.132" v="12136" actId="1037"/>
          <ac:spMkLst>
            <pc:docMk/>
            <pc:sldMk cId="3665385588" sldId="270"/>
            <ac:spMk id="7" creationId="{B88D05AE-DB31-D5AD-85D2-1D8BB7FC04D3}"/>
          </ac:spMkLst>
        </pc:spChg>
        <pc:spChg chg="add del mod ord topLvl">
          <ac:chgData name="Ben Kelly" userId="c94d8882-69fe-4a70-b219-d94260460edf" providerId="ADAL" clId="{7BE224C0-B654-444E-9919-ED2ADE9C3805}" dt="2024-07-04T17:03:16.716" v="12112" actId="478"/>
          <ac:spMkLst>
            <pc:docMk/>
            <pc:sldMk cId="3665385588" sldId="270"/>
            <ac:spMk id="8" creationId="{079F255F-1644-0F19-4550-382C16DFD5DC}"/>
          </ac:spMkLst>
        </pc:spChg>
        <pc:spChg chg="add mod ord topLvl">
          <ac:chgData name="Ben Kelly" userId="c94d8882-69fe-4a70-b219-d94260460edf" providerId="ADAL" clId="{7BE224C0-B654-444E-9919-ED2ADE9C3805}" dt="2024-07-04T17:04:56.247" v="12123" actId="1037"/>
          <ac:spMkLst>
            <pc:docMk/>
            <pc:sldMk cId="3665385588" sldId="270"/>
            <ac:spMk id="9" creationId="{371BC6BD-3AD7-061D-9AF2-A0B87ECE3DFA}"/>
          </ac:spMkLst>
        </pc:spChg>
        <pc:spChg chg="add mod ord topLvl">
          <ac:chgData name="Ben Kelly" userId="c94d8882-69fe-4a70-b219-d94260460edf" providerId="ADAL" clId="{7BE224C0-B654-444E-9919-ED2ADE9C3805}" dt="2024-07-04T17:05:02.068" v="12125" actId="1037"/>
          <ac:spMkLst>
            <pc:docMk/>
            <pc:sldMk cId="3665385588" sldId="270"/>
            <ac:spMk id="10" creationId="{AEE773F4-546D-5C37-6CBA-2D536A14A393}"/>
          </ac:spMkLst>
        </pc:spChg>
        <pc:spChg chg="add mod">
          <ac:chgData name="Ben Kelly" userId="c94d8882-69fe-4a70-b219-d94260460edf" providerId="ADAL" clId="{7BE224C0-B654-444E-9919-ED2ADE9C3805}" dt="2024-06-26T15:50:01.500" v="1562" actId="571"/>
          <ac:spMkLst>
            <pc:docMk/>
            <pc:sldMk cId="3665385588" sldId="270"/>
            <ac:spMk id="11" creationId="{EFB89FEC-A5B5-BFB6-82EE-106CFAAF440E}"/>
          </ac:spMkLst>
        </pc:spChg>
        <pc:spChg chg="add mod ord topLvl">
          <ac:chgData name="Ben Kelly" userId="c94d8882-69fe-4a70-b219-d94260460edf" providerId="ADAL" clId="{7BE224C0-B654-444E-9919-ED2ADE9C3805}" dt="2024-07-04T17:05:33.064" v="12132" actId="1038"/>
          <ac:spMkLst>
            <pc:docMk/>
            <pc:sldMk cId="3665385588" sldId="270"/>
            <ac:spMk id="12" creationId="{23943979-1333-47AD-E78F-064236B37264}"/>
          </ac:spMkLst>
        </pc:spChg>
        <pc:spChg chg="add del mod topLvl">
          <ac:chgData name="Ben Kelly" userId="c94d8882-69fe-4a70-b219-d94260460edf" providerId="ADAL" clId="{7BE224C0-B654-444E-9919-ED2ADE9C3805}" dt="2024-07-04T17:02:57.328" v="12101" actId="478"/>
          <ac:spMkLst>
            <pc:docMk/>
            <pc:sldMk cId="3665385588" sldId="270"/>
            <ac:spMk id="14" creationId="{862072FD-DCEB-F512-6EF0-89A5E73A89E1}"/>
          </ac:spMkLst>
        </pc:spChg>
        <pc:spChg chg="add mod topLvl">
          <ac:chgData name="Ben Kelly" userId="c94d8882-69fe-4a70-b219-d94260460edf" providerId="ADAL" clId="{7BE224C0-B654-444E-9919-ED2ADE9C3805}" dt="2024-07-04T17:06:12.600" v="12138" actId="1037"/>
          <ac:spMkLst>
            <pc:docMk/>
            <pc:sldMk cId="3665385588" sldId="270"/>
            <ac:spMk id="15" creationId="{4927CC2D-B9E9-6D6F-1B44-F3F73002C33B}"/>
          </ac:spMkLst>
        </pc:spChg>
        <pc:spChg chg="add mod topLvl">
          <ac:chgData name="Ben Kelly" userId="c94d8882-69fe-4a70-b219-d94260460edf" providerId="ADAL" clId="{7BE224C0-B654-444E-9919-ED2ADE9C3805}" dt="2024-07-04T17:05:09.351" v="12129" actId="1037"/>
          <ac:spMkLst>
            <pc:docMk/>
            <pc:sldMk cId="3665385588" sldId="270"/>
            <ac:spMk id="16" creationId="{5905CE4C-7E15-45BC-63B2-EB57A1F7603E}"/>
          </ac:spMkLst>
        </pc:spChg>
        <pc:spChg chg="add mod topLvl">
          <ac:chgData name="Ben Kelly" userId="c94d8882-69fe-4a70-b219-d94260460edf" providerId="ADAL" clId="{7BE224C0-B654-444E-9919-ED2ADE9C3805}" dt="2024-07-04T17:05:15.250" v="12131" actId="1037"/>
          <ac:spMkLst>
            <pc:docMk/>
            <pc:sldMk cId="3665385588" sldId="270"/>
            <ac:spMk id="17" creationId="{411D3EA2-C46D-E988-8CC8-A536D525F5D6}"/>
          </ac:spMkLst>
        </pc:spChg>
        <pc:spChg chg="mod ord">
          <ac:chgData name="Ben Kelly" userId="c94d8882-69fe-4a70-b219-d94260460edf" providerId="ADAL" clId="{7BE224C0-B654-444E-9919-ED2ADE9C3805}" dt="2024-07-04T17:03:38.687" v="12117" actId="1037"/>
          <ac:spMkLst>
            <pc:docMk/>
            <pc:sldMk cId="3665385588" sldId="270"/>
            <ac:spMk id="36" creationId="{A9D805FF-86E4-B61B-8419-7C33F6421587}"/>
          </ac:spMkLst>
        </pc:spChg>
        <pc:spChg chg="add mod">
          <ac:chgData name="Ben Kelly" userId="c94d8882-69fe-4a70-b219-d94260460edf" providerId="ADAL" clId="{7BE224C0-B654-444E-9919-ED2ADE9C3805}" dt="2024-06-26T18:22:57.311" v="5468" actId="1076"/>
          <ac:spMkLst>
            <pc:docMk/>
            <pc:sldMk cId="3665385588" sldId="270"/>
            <ac:spMk id="38" creationId="{177DE9C0-5AF9-5BBB-95DE-727858608C73}"/>
          </ac:spMkLst>
        </pc:spChg>
        <pc:grpChg chg="add del mod">
          <ac:chgData name="Ben Kelly" userId="c94d8882-69fe-4a70-b219-d94260460edf" providerId="ADAL" clId="{7BE224C0-B654-444E-9919-ED2ADE9C3805}" dt="2024-06-26T15:51:09.737" v="1567" actId="165"/>
          <ac:grpSpMkLst>
            <pc:docMk/>
            <pc:sldMk cId="3665385588" sldId="270"/>
            <ac:grpSpMk id="13" creationId="{E5FB13EE-FCD2-60ED-CC93-793BAAB3324E}"/>
          </ac:grpSpMkLst>
        </pc:grpChg>
        <pc:grpChg chg="add del mod">
          <ac:chgData name="Ben Kelly" userId="c94d8882-69fe-4a70-b219-d94260460edf" providerId="ADAL" clId="{7BE224C0-B654-444E-9919-ED2ADE9C3805}" dt="2024-06-26T16:21:10.157" v="1922" actId="165"/>
          <ac:grpSpMkLst>
            <pc:docMk/>
            <pc:sldMk cId="3665385588" sldId="270"/>
            <ac:grpSpMk id="30" creationId="{657F2548-84A5-D4DD-200D-9030E94E9C6B}"/>
          </ac:grpSpMkLst>
        </pc:grpChg>
        <pc:grpChg chg="add mod">
          <ac:chgData name="Ben Kelly" userId="c94d8882-69fe-4a70-b219-d94260460edf" providerId="ADAL" clId="{7BE224C0-B654-444E-9919-ED2ADE9C3805}" dt="2024-06-26T16:18:19.779" v="1901" actId="338"/>
          <ac:grpSpMkLst>
            <pc:docMk/>
            <pc:sldMk cId="3665385588" sldId="270"/>
            <ac:grpSpMk id="31" creationId="{0158C38F-83D3-9644-21DE-04956FD71FC0}"/>
          </ac:grpSpMkLst>
        </pc:grpChg>
        <pc:grpChg chg="add del mod ord">
          <ac:chgData name="Ben Kelly" userId="c94d8882-69fe-4a70-b219-d94260460edf" providerId="ADAL" clId="{7BE224C0-B654-444E-9919-ED2ADE9C3805}" dt="2024-06-26T17:35:55.581" v="3641" actId="165"/>
          <ac:grpSpMkLst>
            <pc:docMk/>
            <pc:sldMk cId="3665385588" sldId="270"/>
            <ac:grpSpMk id="32" creationId="{993FF0C6-F360-32F2-5A12-491EAB6D1F3D}"/>
          </ac:grpSpMkLst>
        </pc:grpChg>
        <pc:grpChg chg="add del mod ord">
          <ac:chgData name="Ben Kelly" userId="c94d8882-69fe-4a70-b219-d94260460edf" providerId="ADAL" clId="{7BE224C0-B654-444E-9919-ED2ADE9C3805}" dt="2024-06-26T17:36:00.769" v="3642" actId="165"/>
          <ac:grpSpMkLst>
            <pc:docMk/>
            <pc:sldMk cId="3665385588" sldId="270"/>
            <ac:grpSpMk id="33" creationId="{1A29AA00-DD37-5765-D150-7C4777D0C564}"/>
          </ac:grpSpMkLst>
        </pc:grpChg>
        <pc:grpChg chg="add del mod ord">
          <ac:chgData name="Ben Kelly" userId="c94d8882-69fe-4a70-b219-d94260460edf" providerId="ADAL" clId="{7BE224C0-B654-444E-9919-ED2ADE9C3805}" dt="2024-06-26T17:36:05.987" v="3643" actId="165"/>
          <ac:grpSpMkLst>
            <pc:docMk/>
            <pc:sldMk cId="3665385588" sldId="270"/>
            <ac:grpSpMk id="34" creationId="{0A2BA791-EE7D-F33B-55AE-0F964B771FC5}"/>
          </ac:grpSpMkLst>
        </pc:grpChg>
        <pc:grpChg chg="add del mod ord">
          <ac:chgData name="Ben Kelly" userId="c94d8882-69fe-4a70-b219-d94260460edf" providerId="ADAL" clId="{7BE224C0-B654-444E-9919-ED2ADE9C3805}" dt="2024-06-26T17:36:11.311" v="3644" actId="165"/>
          <ac:grpSpMkLst>
            <pc:docMk/>
            <pc:sldMk cId="3665385588" sldId="270"/>
            <ac:grpSpMk id="35" creationId="{B6B4E626-C76B-D9B3-2B59-D094F068EA0E}"/>
          </ac:grpSpMkLst>
        </pc:grpChg>
        <pc:grpChg chg="add mod">
          <ac:chgData name="Ben Kelly" userId="c94d8882-69fe-4a70-b219-d94260460edf" providerId="ADAL" clId="{7BE224C0-B654-444E-9919-ED2ADE9C3805}" dt="2024-06-26T18:06:20.648" v="4638" actId="1038"/>
          <ac:grpSpMkLst>
            <pc:docMk/>
            <pc:sldMk cId="3665385588" sldId="270"/>
            <ac:grpSpMk id="37" creationId="{BBE7E19B-14A2-4DA7-4968-1F2323DA61A6}"/>
          </ac:grpSpMkLst>
        </pc:grpChg>
        <pc:picChg chg="add mod topLvl">
          <ac:chgData name="Ben Kelly" userId="c94d8882-69fe-4a70-b219-d94260460edf" providerId="ADAL" clId="{7BE224C0-B654-444E-9919-ED2ADE9C3805}" dt="2024-06-26T18:06:20.648" v="4638" actId="1038"/>
          <ac:picMkLst>
            <pc:docMk/>
            <pc:sldMk cId="3665385588" sldId="270"/>
            <ac:picMk id="6" creationId="{8ED818B0-5F04-334F-90C9-C585759F907E}"/>
          </ac:picMkLst>
        </pc:picChg>
        <pc:picChg chg="add del mod">
          <ac:chgData name="Ben Kelly" userId="c94d8882-69fe-4a70-b219-d94260460edf" providerId="ADAL" clId="{7BE224C0-B654-444E-9919-ED2ADE9C3805}" dt="2024-06-26T16:19:15.535" v="1910" actId="27803"/>
          <ac:picMkLst>
            <pc:docMk/>
            <pc:sldMk cId="3665385588" sldId="270"/>
            <ac:picMk id="19" creationId="{A9D805FF-86E4-B61B-8419-7C33F6421587}"/>
          </ac:picMkLst>
        </pc:picChg>
        <pc:picChg chg="add del mod">
          <ac:chgData name="Ben Kelly" userId="c94d8882-69fe-4a70-b219-d94260460edf" providerId="ADAL" clId="{7BE224C0-B654-444E-9919-ED2ADE9C3805}" dt="2024-06-26T16:06:58.820" v="1876" actId="478"/>
          <ac:picMkLst>
            <pc:docMk/>
            <pc:sldMk cId="3665385588" sldId="270"/>
            <ac:picMk id="21" creationId="{159FE2D9-44BA-CAE3-056B-7C7A771D33A0}"/>
          </ac:picMkLst>
        </pc:picChg>
        <pc:picChg chg="add del mod topLvl">
          <ac:chgData name="Ben Kelly" userId="c94d8882-69fe-4a70-b219-d94260460edf" providerId="ADAL" clId="{7BE224C0-B654-444E-9919-ED2ADE9C3805}" dt="2024-07-04T17:02:59.400" v="12102" actId="478"/>
          <ac:picMkLst>
            <pc:docMk/>
            <pc:sldMk cId="3665385588" sldId="270"/>
            <ac:picMk id="23" creationId="{D7B7A9FD-07BF-0669-896C-19990F8C2F89}"/>
          </ac:picMkLst>
        </pc:picChg>
        <pc:picChg chg="add mod topLvl">
          <ac:chgData name="Ben Kelly" userId="c94d8882-69fe-4a70-b219-d94260460edf" providerId="ADAL" clId="{7BE224C0-B654-444E-9919-ED2ADE9C3805}" dt="2024-06-26T18:07:13.300" v="4642" actId="1076"/>
          <ac:picMkLst>
            <pc:docMk/>
            <pc:sldMk cId="3665385588" sldId="270"/>
            <ac:picMk id="25" creationId="{3121D717-4592-D28A-5467-77D76C02E7A9}"/>
          </ac:picMkLst>
        </pc:picChg>
        <pc:picChg chg="add mod topLvl">
          <ac:chgData name="Ben Kelly" userId="c94d8882-69fe-4a70-b219-d94260460edf" providerId="ADAL" clId="{7BE224C0-B654-444E-9919-ED2ADE9C3805}" dt="2024-06-26T18:07:13.300" v="4642" actId="1076"/>
          <ac:picMkLst>
            <pc:docMk/>
            <pc:sldMk cId="3665385588" sldId="270"/>
            <ac:picMk id="27" creationId="{9CD00CF1-E2F2-5745-FAC5-D8960F0C93D2}"/>
          </ac:picMkLst>
        </pc:picChg>
        <pc:picChg chg="add mod topLvl">
          <ac:chgData name="Ben Kelly" userId="c94d8882-69fe-4a70-b219-d94260460edf" providerId="ADAL" clId="{7BE224C0-B654-444E-9919-ED2ADE9C3805}" dt="2024-06-26T18:07:13.300" v="4642" actId="1076"/>
          <ac:picMkLst>
            <pc:docMk/>
            <pc:sldMk cId="3665385588" sldId="270"/>
            <ac:picMk id="29" creationId="{DBA11EA0-A1D5-54E0-572B-6DEB2E36C508}"/>
          </ac:picMkLst>
        </pc:picChg>
      </pc:sldChg>
      <pc:sldChg chg="addSp delSp modSp mod modTransition modAnim">
        <pc:chgData name="Ben Kelly" userId="c94d8882-69fe-4a70-b219-d94260460edf" providerId="ADAL" clId="{7BE224C0-B654-444E-9919-ED2ADE9C3805}" dt="2024-07-04T17:22:25.540" v="12342" actId="20577"/>
        <pc:sldMkLst>
          <pc:docMk/>
          <pc:sldMk cId="811305032" sldId="271"/>
        </pc:sldMkLst>
        <pc:spChg chg="del">
          <ac:chgData name="Ben Kelly" userId="c94d8882-69fe-4a70-b219-d94260460edf" providerId="ADAL" clId="{7BE224C0-B654-444E-9919-ED2ADE9C3805}" dt="2024-06-26T17:56:58.108" v="4472" actId="478"/>
          <ac:spMkLst>
            <pc:docMk/>
            <pc:sldMk cId="811305032" sldId="271"/>
            <ac:spMk id="2" creationId="{B2BD5BE8-ED65-EA44-F98E-61B9FFE2C0D0}"/>
          </ac:spMkLst>
        </pc:spChg>
        <pc:spChg chg="add del mod">
          <ac:chgData name="Ben Kelly" userId="c94d8882-69fe-4a70-b219-d94260460edf" providerId="ADAL" clId="{7BE224C0-B654-444E-9919-ED2ADE9C3805}" dt="2024-07-04T11:32:56.168" v="10277" actId="478"/>
          <ac:spMkLst>
            <pc:docMk/>
            <pc:sldMk cId="811305032" sldId="271"/>
            <ac:spMk id="2" creationId="{E992661F-6A90-AA98-E17A-C8EA6DD602AD}"/>
          </ac:spMkLst>
        </pc:spChg>
        <pc:spChg chg="del">
          <ac:chgData name="Ben Kelly" userId="c94d8882-69fe-4a70-b219-d94260460edf" providerId="ADAL" clId="{7BE224C0-B654-444E-9919-ED2ADE9C3805}" dt="2024-06-26T17:56:55.951" v="4471" actId="478"/>
          <ac:spMkLst>
            <pc:docMk/>
            <pc:sldMk cId="811305032" sldId="271"/>
            <ac:spMk id="3" creationId="{7EC4552E-8774-36D9-BD59-0063643A286C}"/>
          </ac:spMkLst>
        </pc:spChg>
        <pc:spChg chg="mod">
          <ac:chgData name="Ben Kelly" userId="c94d8882-69fe-4a70-b219-d94260460edf" providerId="ADAL" clId="{7BE224C0-B654-444E-9919-ED2ADE9C3805}" dt="2024-06-26T15:16:38.585" v="28" actId="20577"/>
          <ac:spMkLst>
            <pc:docMk/>
            <pc:sldMk cId="811305032" sldId="271"/>
            <ac:spMk id="4" creationId="{D329BAFE-B9E4-A86F-11CC-D7AED26B70BA}"/>
          </ac:spMkLst>
        </pc:spChg>
        <pc:spChg chg="mod">
          <ac:chgData name="Ben Kelly" userId="c94d8882-69fe-4a70-b219-d94260460edf" providerId="ADAL" clId="{7BE224C0-B654-444E-9919-ED2ADE9C3805}" dt="2024-06-26T17:44:50.491" v="3769"/>
          <ac:spMkLst>
            <pc:docMk/>
            <pc:sldMk cId="811305032" sldId="271"/>
            <ac:spMk id="7" creationId="{5CCEB212-36F8-BCB5-C8C5-9AAAE16511DE}"/>
          </ac:spMkLst>
        </pc:spChg>
        <pc:spChg chg="mod">
          <ac:chgData name="Ben Kelly" userId="c94d8882-69fe-4a70-b219-d94260460edf" providerId="ADAL" clId="{7BE224C0-B654-444E-9919-ED2ADE9C3805}" dt="2024-06-26T17:57:49.036" v="4507" actId="14100"/>
          <ac:spMkLst>
            <pc:docMk/>
            <pc:sldMk cId="811305032" sldId="271"/>
            <ac:spMk id="10" creationId="{1C75C341-A29A-669E-1104-61EA16E8078A}"/>
          </ac:spMkLst>
        </pc:spChg>
        <pc:spChg chg="add mod">
          <ac:chgData name="Ben Kelly" userId="c94d8882-69fe-4a70-b219-d94260460edf" providerId="ADAL" clId="{7BE224C0-B654-444E-9919-ED2ADE9C3805}" dt="2024-07-04T11:23:17.246" v="10209" actId="20577"/>
          <ac:spMkLst>
            <pc:docMk/>
            <pc:sldMk cId="811305032" sldId="271"/>
            <ac:spMk id="11" creationId="{199D7FAB-B80B-81C7-A1EC-3E2F0520F5B2}"/>
          </ac:spMkLst>
        </pc:spChg>
        <pc:spChg chg="add mod">
          <ac:chgData name="Ben Kelly" userId="c94d8882-69fe-4a70-b219-d94260460edf" providerId="ADAL" clId="{7BE224C0-B654-444E-9919-ED2ADE9C3805}" dt="2024-07-04T17:22:25.540" v="12342" actId="20577"/>
          <ac:spMkLst>
            <pc:docMk/>
            <pc:sldMk cId="811305032" sldId="271"/>
            <ac:spMk id="12" creationId="{4CFD1932-6F27-3411-AC2F-A444F27BB278}"/>
          </ac:spMkLst>
        </pc:spChg>
        <pc:grpChg chg="add del mod">
          <ac:chgData name="Ben Kelly" userId="c94d8882-69fe-4a70-b219-d94260460edf" providerId="ADAL" clId="{7BE224C0-B654-444E-9919-ED2ADE9C3805}" dt="2024-06-26T17:53:38.184" v="4203" actId="478"/>
          <ac:grpSpMkLst>
            <pc:docMk/>
            <pc:sldMk cId="811305032" sldId="271"/>
            <ac:grpSpMk id="5" creationId="{72A912E2-AD38-D30E-2899-94E342A9C6E4}"/>
          </ac:grpSpMkLst>
        </pc:grpChg>
        <pc:grpChg chg="add mod">
          <ac:chgData name="Ben Kelly" userId="c94d8882-69fe-4a70-b219-d94260460edf" providerId="ADAL" clId="{7BE224C0-B654-444E-9919-ED2ADE9C3805}" dt="2024-07-04T17:19:38.421" v="12229" actId="1076"/>
          <ac:grpSpMkLst>
            <pc:docMk/>
            <pc:sldMk cId="811305032" sldId="271"/>
            <ac:grpSpMk id="8" creationId="{B3F32B61-854E-0DE8-D83D-CDFE745B6484}"/>
          </ac:grpSpMkLst>
        </pc:grpChg>
        <pc:graphicFrameChg chg="add mod">
          <ac:chgData name="Ben Kelly" userId="c94d8882-69fe-4a70-b219-d94260460edf" providerId="ADAL" clId="{7BE224C0-B654-444E-9919-ED2ADE9C3805}" dt="2024-07-04T11:20:23.160" v="10136"/>
          <ac:graphicFrameMkLst>
            <pc:docMk/>
            <pc:sldMk cId="811305032" sldId="271"/>
            <ac:graphicFrameMk id="13" creationId="{ACA13EB2-F667-DF95-9B73-D2CE32B894C9}"/>
          </ac:graphicFrameMkLst>
        </pc:graphicFrameChg>
        <pc:picChg chg="mod">
          <ac:chgData name="Ben Kelly" userId="c94d8882-69fe-4a70-b219-d94260460edf" providerId="ADAL" clId="{7BE224C0-B654-444E-9919-ED2ADE9C3805}" dt="2024-06-26T17:44:50.491" v="3769"/>
          <ac:picMkLst>
            <pc:docMk/>
            <pc:sldMk cId="811305032" sldId="271"/>
            <ac:picMk id="6" creationId="{C1252493-9DD6-2F8A-3563-0D4F9805D912}"/>
          </ac:picMkLst>
        </pc:picChg>
        <pc:picChg chg="mod">
          <ac:chgData name="Ben Kelly" userId="c94d8882-69fe-4a70-b219-d94260460edf" providerId="ADAL" clId="{7BE224C0-B654-444E-9919-ED2ADE9C3805}" dt="2024-06-26T17:53:34.973" v="4201"/>
          <ac:picMkLst>
            <pc:docMk/>
            <pc:sldMk cId="811305032" sldId="271"/>
            <ac:picMk id="9" creationId="{309FC6E3-2BD4-711F-F7E2-471FD7A57F19}"/>
          </ac:picMkLst>
        </pc:picChg>
        <pc:picChg chg="add del mod">
          <ac:chgData name="Ben Kelly" userId="c94d8882-69fe-4a70-b219-d94260460edf" providerId="ADAL" clId="{7BE224C0-B654-444E-9919-ED2ADE9C3805}" dt="2024-06-26T15:46:16.981" v="1533" actId="478"/>
          <ac:picMkLst>
            <pc:docMk/>
            <pc:sldMk cId="811305032" sldId="271"/>
            <ac:picMk id="5122" creationId="{2B2D8423-E027-2A79-0E0C-E9F7ABC14CD7}"/>
          </ac:picMkLst>
        </pc:picChg>
      </pc:sldChg>
      <pc:sldChg chg="addSp delSp modSp mod modTransition modAnim">
        <pc:chgData name="Ben Kelly" userId="c94d8882-69fe-4a70-b219-d94260460edf" providerId="ADAL" clId="{7BE224C0-B654-444E-9919-ED2ADE9C3805}" dt="2024-07-04T17:27:13.261" v="12371" actId="20577"/>
        <pc:sldMkLst>
          <pc:docMk/>
          <pc:sldMk cId="4041374174" sldId="272"/>
        </pc:sldMkLst>
        <pc:spChg chg="del">
          <ac:chgData name="Ben Kelly" userId="c94d8882-69fe-4a70-b219-d94260460edf" providerId="ADAL" clId="{7BE224C0-B654-444E-9919-ED2ADE9C3805}" dt="2024-06-26T18:20:56.811" v="5335" actId="478"/>
          <ac:spMkLst>
            <pc:docMk/>
            <pc:sldMk cId="4041374174" sldId="272"/>
            <ac:spMk id="2" creationId="{C5FCB142-E54F-476E-03A4-9A81E21A98A4}"/>
          </ac:spMkLst>
        </pc:spChg>
        <pc:spChg chg="add mod">
          <ac:chgData name="Ben Kelly" userId="c94d8882-69fe-4a70-b219-d94260460edf" providerId="ADAL" clId="{7BE224C0-B654-444E-9919-ED2ADE9C3805}" dt="2024-07-04T11:33:26.250" v="10279" actId="207"/>
          <ac:spMkLst>
            <pc:docMk/>
            <pc:sldMk cId="4041374174" sldId="272"/>
            <ac:spMk id="3" creationId="{1F059C66-2444-05F0-DC9C-DFC1E393BC8F}"/>
          </ac:spMkLst>
        </pc:spChg>
        <pc:spChg chg="del">
          <ac:chgData name="Ben Kelly" userId="c94d8882-69fe-4a70-b219-d94260460edf" providerId="ADAL" clId="{7BE224C0-B654-444E-9919-ED2ADE9C3805}" dt="2024-06-26T18:20:54.720" v="5334" actId="478"/>
          <ac:spMkLst>
            <pc:docMk/>
            <pc:sldMk cId="4041374174" sldId="272"/>
            <ac:spMk id="3" creationId="{AD4D12F2-021D-CD93-1A5F-8FE1056E3DBF}"/>
          </ac:spMkLst>
        </pc:spChg>
        <pc:spChg chg="mod">
          <ac:chgData name="Ben Kelly" userId="c94d8882-69fe-4a70-b219-d94260460edf" providerId="ADAL" clId="{7BE224C0-B654-444E-9919-ED2ADE9C3805}" dt="2024-06-26T15:16:43.886" v="30" actId="20577"/>
          <ac:spMkLst>
            <pc:docMk/>
            <pc:sldMk cId="4041374174" sldId="272"/>
            <ac:spMk id="4" creationId="{2B6C4A93-0250-74C1-AEA8-D3797759ED4F}"/>
          </ac:spMkLst>
        </pc:spChg>
        <pc:spChg chg="add mod">
          <ac:chgData name="Ben Kelly" userId="c94d8882-69fe-4a70-b219-d94260460edf" providerId="ADAL" clId="{7BE224C0-B654-444E-9919-ED2ADE9C3805}" dt="2024-07-04T13:28:07.153" v="10590" actId="207"/>
          <ac:spMkLst>
            <pc:docMk/>
            <pc:sldMk cId="4041374174" sldId="272"/>
            <ac:spMk id="5" creationId="{86A082D2-7C7E-585E-1348-B9064A7444C5}"/>
          </ac:spMkLst>
        </pc:spChg>
        <pc:spChg chg="add mod">
          <ac:chgData name="Ben Kelly" userId="c94d8882-69fe-4a70-b219-d94260460edf" providerId="ADAL" clId="{7BE224C0-B654-444E-9919-ED2ADE9C3805}" dt="2024-07-04T17:27:13.261" v="12371" actId="20577"/>
          <ac:spMkLst>
            <pc:docMk/>
            <pc:sldMk cId="4041374174" sldId="272"/>
            <ac:spMk id="6" creationId="{11622733-DEAE-467B-3BCB-EF8E84561B49}"/>
          </ac:spMkLst>
        </pc:spChg>
        <pc:graphicFrameChg chg="add mod">
          <ac:chgData name="Ben Kelly" userId="c94d8882-69fe-4a70-b219-d94260460edf" providerId="ADAL" clId="{7BE224C0-B654-444E-9919-ED2ADE9C3805}" dt="2024-07-04T17:26:49.894" v="12363" actId="1036"/>
          <ac:graphicFrameMkLst>
            <pc:docMk/>
            <pc:sldMk cId="4041374174" sldId="272"/>
            <ac:graphicFrameMk id="7" creationId="{1A97225F-9C69-E547-8671-3F54EA278356}"/>
          </ac:graphicFrameMkLst>
        </pc:graphicFrameChg>
        <pc:graphicFrameChg chg="add del mod">
          <ac:chgData name="Ben Kelly" userId="c94d8882-69fe-4a70-b219-d94260460edf" providerId="ADAL" clId="{7BE224C0-B654-444E-9919-ED2ADE9C3805}" dt="2024-06-26T19:01:50.970" v="6423" actId="478"/>
          <ac:graphicFrameMkLst>
            <pc:docMk/>
            <pc:sldMk cId="4041374174" sldId="272"/>
            <ac:graphicFrameMk id="8" creationId="{CD99C3CB-27C2-AFF6-6BEB-6921C65A20E8}"/>
          </ac:graphicFrameMkLst>
        </pc:graphicFrameChg>
        <pc:graphicFrameChg chg="add mod">
          <ac:chgData name="Ben Kelly" userId="c94d8882-69fe-4a70-b219-d94260460edf" providerId="ADAL" clId="{7BE224C0-B654-444E-9919-ED2ADE9C3805}" dt="2024-07-04T11:09:52.544" v="9971" actId="1076"/>
          <ac:graphicFrameMkLst>
            <pc:docMk/>
            <pc:sldMk cId="4041374174" sldId="272"/>
            <ac:graphicFrameMk id="9" creationId="{8D3AE664-E8D0-2B52-AA60-1B4F3B548FFC}"/>
          </ac:graphicFrameMkLst>
        </pc:graphicFrameChg>
        <pc:graphicFrameChg chg="add del mod">
          <ac:chgData name="Ben Kelly" userId="c94d8882-69fe-4a70-b219-d94260460edf" providerId="ADAL" clId="{7BE224C0-B654-444E-9919-ED2ADE9C3805}" dt="2024-07-03T10:16:17.136" v="9651" actId="478"/>
          <ac:graphicFrameMkLst>
            <pc:docMk/>
            <pc:sldMk cId="4041374174" sldId="272"/>
            <ac:graphicFrameMk id="10" creationId="{68FC1ACD-0719-BBF1-FB90-FF4E3E1033E9}"/>
          </ac:graphicFrameMkLst>
        </pc:graphicFrameChg>
      </pc:sldChg>
      <pc:sldChg chg="addSp delSp modSp mod ord modTransition modAnim">
        <pc:chgData name="Ben Kelly" userId="c94d8882-69fe-4a70-b219-d94260460edf" providerId="ADAL" clId="{7BE224C0-B654-444E-9919-ED2ADE9C3805}" dt="2024-07-04T17:16:45.784" v="12227"/>
        <pc:sldMkLst>
          <pc:docMk/>
          <pc:sldMk cId="4087323713" sldId="273"/>
        </pc:sldMkLst>
        <pc:spChg chg="del">
          <ac:chgData name="Ben Kelly" userId="c94d8882-69fe-4a70-b219-d94260460edf" providerId="ADAL" clId="{7BE224C0-B654-444E-9919-ED2ADE9C3805}" dt="2024-06-26T19:26:38.351" v="6792" actId="478"/>
          <ac:spMkLst>
            <pc:docMk/>
            <pc:sldMk cId="4087323713" sldId="273"/>
            <ac:spMk id="2" creationId="{3CFDE966-5BA8-5CC4-2880-B3723B7990BE}"/>
          </ac:spMkLst>
        </pc:spChg>
        <pc:spChg chg="del">
          <ac:chgData name="Ben Kelly" userId="c94d8882-69fe-4a70-b219-d94260460edf" providerId="ADAL" clId="{7BE224C0-B654-444E-9919-ED2ADE9C3805}" dt="2024-06-26T19:26:36.590" v="6791" actId="478"/>
          <ac:spMkLst>
            <pc:docMk/>
            <pc:sldMk cId="4087323713" sldId="273"/>
            <ac:spMk id="3" creationId="{1FFC79AD-5B8B-5352-55C3-F19481E477BB}"/>
          </ac:spMkLst>
        </pc:spChg>
        <pc:spChg chg="del mod">
          <ac:chgData name="Ben Kelly" userId="c94d8882-69fe-4a70-b219-d94260460edf" providerId="ADAL" clId="{7BE224C0-B654-444E-9919-ED2ADE9C3805}" dt="2024-07-03T10:14:38.606" v="9642" actId="478"/>
          <ac:spMkLst>
            <pc:docMk/>
            <pc:sldMk cId="4087323713" sldId="273"/>
            <ac:spMk id="4" creationId="{F3D09E5E-376D-156F-05ED-6EB725FC76F4}"/>
          </ac:spMkLst>
        </pc:spChg>
        <pc:spChg chg="add mod">
          <ac:chgData name="Ben Kelly" userId="c94d8882-69fe-4a70-b219-d94260460edf" providerId="ADAL" clId="{7BE224C0-B654-444E-9919-ED2ADE9C3805}" dt="2024-07-04T11:33:42.156" v="10280" actId="207"/>
          <ac:spMkLst>
            <pc:docMk/>
            <pc:sldMk cId="4087323713" sldId="273"/>
            <ac:spMk id="12" creationId="{05A956AB-B9E9-789A-F931-52C05EFEC67A}"/>
          </ac:spMkLst>
        </pc:spChg>
        <pc:graphicFrameChg chg="add mod">
          <ac:chgData name="Ben Kelly" userId="c94d8882-69fe-4a70-b219-d94260460edf" providerId="ADAL" clId="{7BE224C0-B654-444E-9919-ED2ADE9C3805}" dt="2024-07-02T22:40:29.684" v="9339"/>
          <ac:graphicFrameMkLst>
            <pc:docMk/>
            <pc:sldMk cId="4087323713" sldId="273"/>
            <ac:graphicFrameMk id="5" creationId="{15FA704F-A895-497E-B7AE-57F20F06F105}"/>
          </ac:graphicFrameMkLst>
        </pc:graphicFrameChg>
        <pc:graphicFrameChg chg="add mod">
          <ac:chgData name="Ben Kelly" userId="c94d8882-69fe-4a70-b219-d94260460edf" providerId="ADAL" clId="{7BE224C0-B654-444E-9919-ED2ADE9C3805}" dt="2024-07-02T22:40:59.371" v="9346"/>
          <ac:graphicFrameMkLst>
            <pc:docMk/>
            <pc:sldMk cId="4087323713" sldId="273"/>
            <ac:graphicFrameMk id="6" creationId="{98AAB59F-5BFB-AEF7-62E5-39527E4CF51B}"/>
          </ac:graphicFrameMkLst>
        </pc:graphicFrameChg>
        <pc:graphicFrameChg chg="add mod">
          <ac:chgData name="Ben Kelly" userId="c94d8882-69fe-4a70-b219-d94260460edf" providerId="ADAL" clId="{7BE224C0-B654-444E-9919-ED2ADE9C3805}" dt="2024-06-26T19:53:50.340" v="7135" actId="1036"/>
          <ac:graphicFrameMkLst>
            <pc:docMk/>
            <pc:sldMk cId="4087323713" sldId="273"/>
            <ac:graphicFrameMk id="7" creationId="{67153C25-8C3D-1CE6-51F6-4D9145D555E1}"/>
          </ac:graphicFrameMkLst>
        </pc:graphicFrameChg>
        <pc:graphicFrameChg chg="add mod">
          <ac:chgData name="Ben Kelly" userId="c94d8882-69fe-4a70-b219-d94260460edf" providerId="ADAL" clId="{7BE224C0-B654-444E-9919-ED2ADE9C3805}" dt="2024-07-02T22:44:53.149" v="9539"/>
          <ac:graphicFrameMkLst>
            <pc:docMk/>
            <pc:sldMk cId="4087323713" sldId="273"/>
            <ac:graphicFrameMk id="8" creationId="{A2DD2A25-BE3A-DF2F-7ED0-F16B8D51096E}"/>
          </ac:graphicFrameMkLst>
        </pc:graphicFrameChg>
        <pc:graphicFrameChg chg="add mod">
          <ac:chgData name="Ben Kelly" userId="c94d8882-69fe-4a70-b219-d94260460edf" providerId="ADAL" clId="{7BE224C0-B654-444E-9919-ED2ADE9C3805}" dt="2024-07-02T22:42:44.384" v="9380"/>
          <ac:graphicFrameMkLst>
            <pc:docMk/>
            <pc:sldMk cId="4087323713" sldId="273"/>
            <ac:graphicFrameMk id="9" creationId="{30C3ACA9-3148-9072-F84A-6B58AD6D5E7F}"/>
          </ac:graphicFrameMkLst>
        </pc:graphicFrameChg>
        <pc:graphicFrameChg chg="add mod">
          <ac:chgData name="Ben Kelly" userId="c94d8882-69fe-4a70-b219-d94260460edf" providerId="ADAL" clId="{7BE224C0-B654-444E-9919-ED2ADE9C3805}" dt="2024-07-02T22:43:29.701" v="9397"/>
          <ac:graphicFrameMkLst>
            <pc:docMk/>
            <pc:sldMk cId="4087323713" sldId="273"/>
            <ac:graphicFrameMk id="10" creationId="{E3D9E1A2-520D-D147-8873-0176B6E8AE30}"/>
          </ac:graphicFrameMkLst>
        </pc:graphicFrameChg>
        <pc:graphicFrameChg chg="add mod">
          <ac:chgData name="Ben Kelly" userId="c94d8882-69fe-4a70-b219-d94260460edf" providerId="ADAL" clId="{7BE224C0-B654-444E-9919-ED2ADE9C3805}" dt="2024-07-01T13:47:46.824" v="8961" actId="1076"/>
          <ac:graphicFrameMkLst>
            <pc:docMk/>
            <pc:sldMk cId="4087323713" sldId="273"/>
            <ac:graphicFrameMk id="11" creationId="{B51B3DBB-04C2-357C-5859-53C49846EC27}"/>
          </ac:graphicFrameMkLst>
        </pc:graphicFrameChg>
      </pc:sldChg>
      <pc:sldChg chg="addSp delSp modSp mod modTransition delAnim modAnim">
        <pc:chgData name="Ben Kelly" userId="c94d8882-69fe-4a70-b219-d94260460edf" providerId="ADAL" clId="{7BE224C0-B654-444E-9919-ED2ADE9C3805}" dt="2024-07-04T17:34:05.766" v="12545" actId="1036"/>
        <pc:sldMkLst>
          <pc:docMk/>
          <pc:sldMk cId="512081773" sldId="274"/>
        </pc:sldMkLst>
        <pc:spChg chg="del">
          <ac:chgData name="Ben Kelly" userId="c94d8882-69fe-4a70-b219-d94260460edf" providerId="ADAL" clId="{7BE224C0-B654-444E-9919-ED2ADE9C3805}" dt="2024-06-26T19:54:09.657" v="7137" actId="478"/>
          <ac:spMkLst>
            <pc:docMk/>
            <pc:sldMk cId="512081773" sldId="274"/>
            <ac:spMk id="2" creationId="{C60E161E-6EE6-78C8-9BFA-EB26B484B7D2}"/>
          </ac:spMkLst>
        </pc:spChg>
        <pc:spChg chg="del">
          <ac:chgData name="Ben Kelly" userId="c94d8882-69fe-4a70-b219-d94260460edf" providerId="ADAL" clId="{7BE224C0-B654-444E-9919-ED2ADE9C3805}" dt="2024-06-26T19:54:07.786" v="7136" actId="478"/>
          <ac:spMkLst>
            <pc:docMk/>
            <pc:sldMk cId="512081773" sldId="274"/>
            <ac:spMk id="3" creationId="{A990D248-ED34-2747-D299-0BCF65D45A7C}"/>
          </ac:spMkLst>
        </pc:spChg>
        <pc:spChg chg="mod">
          <ac:chgData name="Ben Kelly" userId="c94d8882-69fe-4a70-b219-d94260460edf" providerId="ADAL" clId="{7BE224C0-B654-444E-9919-ED2ADE9C3805}" dt="2024-07-03T10:17:38.349" v="9669" actId="1037"/>
          <ac:spMkLst>
            <pc:docMk/>
            <pc:sldMk cId="512081773" sldId="274"/>
            <ac:spMk id="4" creationId="{42B86BC8-D7DF-B70B-DCE3-A8D5CE2D3674}"/>
          </ac:spMkLst>
        </pc:spChg>
        <pc:spChg chg="add mod">
          <ac:chgData name="Ben Kelly" userId="c94d8882-69fe-4a70-b219-d94260460edf" providerId="ADAL" clId="{7BE224C0-B654-444E-9919-ED2ADE9C3805}" dt="2024-07-04T17:33:26.856" v="12535" actId="14100"/>
          <ac:spMkLst>
            <pc:docMk/>
            <pc:sldMk cId="512081773" sldId="274"/>
            <ac:spMk id="5" creationId="{B4847E5D-5DFF-9463-97D1-D243459A6F6C}"/>
          </ac:spMkLst>
        </pc:spChg>
        <pc:picChg chg="add del mod">
          <ac:chgData name="Ben Kelly" userId="c94d8882-69fe-4a70-b219-d94260460edf" providerId="ADAL" clId="{7BE224C0-B654-444E-9919-ED2ADE9C3805}" dt="2024-07-04T14:23:18.082" v="10913" actId="478"/>
          <ac:picMkLst>
            <pc:docMk/>
            <pc:sldMk cId="512081773" sldId="274"/>
            <ac:picMk id="2" creationId="{221BD3A5-FC03-93F2-D59F-A9A2A948A7C6}"/>
          </ac:picMkLst>
        </pc:picChg>
        <pc:picChg chg="add mod">
          <ac:chgData name="Ben Kelly" userId="c94d8882-69fe-4a70-b219-d94260460edf" providerId="ADAL" clId="{7BE224C0-B654-444E-9919-ED2ADE9C3805}" dt="2024-07-04T17:34:05.766" v="12545" actId="1036"/>
          <ac:picMkLst>
            <pc:docMk/>
            <pc:sldMk cId="512081773" sldId="274"/>
            <ac:picMk id="2050" creationId="{2E60D6CA-A5E3-441E-1EFD-97B0A2DC86DD}"/>
          </ac:picMkLst>
        </pc:picChg>
      </pc:sldChg>
      <pc:sldChg chg="addSp delSp modSp mod">
        <pc:chgData name="Ben Kelly" userId="c94d8882-69fe-4a70-b219-d94260460edf" providerId="ADAL" clId="{7BE224C0-B654-444E-9919-ED2ADE9C3805}" dt="2024-07-04T11:46:01.275" v="10350" actId="1035"/>
        <pc:sldMkLst>
          <pc:docMk/>
          <pc:sldMk cId="628566419" sldId="277"/>
        </pc:sldMkLst>
        <pc:spChg chg="add mod">
          <ac:chgData name="Ben Kelly" userId="c94d8882-69fe-4a70-b219-d94260460edf" providerId="ADAL" clId="{7BE224C0-B654-444E-9919-ED2ADE9C3805}" dt="2024-07-04T11:46:01.275" v="10350" actId="1035"/>
          <ac:spMkLst>
            <pc:docMk/>
            <pc:sldMk cId="628566419" sldId="277"/>
            <ac:spMk id="5" creationId="{FAB84CAA-9E86-DDC2-2CE7-F040484B0F78}"/>
          </ac:spMkLst>
        </pc:spChg>
        <pc:spChg chg="add del mod topLvl">
          <ac:chgData name="Ben Kelly" userId="c94d8882-69fe-4a70-b219-d94260460edf" providerId="ADAL" clId="{7BE224C0-B654-444E-9919-ED2ADE9C3805}" dt="2024-06-26T15:24:34.926" v="701" actId="478"/>
          <ac:spMkLst>
            <pc:docMk/>
            <pc:sldMk cId="628566419" sldId="277"/>
            <ac:spMk id="14" creationId="{EB1799DC-34B6-7D2C-215F-3034644025BB}"/>
          </ac:spMkLst>
        </pc:spChg>
        <pc:grpChg chg="add del mod">
          <ac:chgData name="Ben Kelly" userId="c94d8882-69fe-4a70-b219-d94260460edf" providerId="ADAL" clId="{7BE224C0-B654-444E-9919-ED2ADE9C3805}" dt="2024-06-26T15:24:28.445" v="699" actId="165"/>
          <ac:grpSpMkLst>
            <pc:docMk/>
            <pc:sldMk cId="628566419" sldId="277"/>
            <ac:grpSpMk id="15" creationId="{47E16DFF-81C9-0A83-1E35-60EAD3FEBCA2}"/>
          </ac:grpSpMkLst>
        </pc:grpChg>
        <pc:picChg chg="mod topLvl">
          <ac:chgData name="Ben Kelly" userId="c94d8882-69fe-4a70-b219-d94260460edf" providerId="ADAL" clId="{7BE224C0-B654-444E-9919-ED2ADE9C3805}" dt="2024-06-26T15:25:01.137" v="711" actId="1076"/>
          <ac:picMkLst>
            <pc:docMk/>
            <pc:sldMk cId="628566419" sldId="277"/>
            <ac:picMk id="10" creationId="{1367874B-BDCB-0009-DA31-A52A9CE58A98}"/>
          </ac:picMkLst>
        </pc:picChg>
        <pc:picChg chg="mod">
          <ac:chgData name="Ben Kelly" userId="c94d8882-69fe-4a70-b219-d94260460edf" providerId="ADAL" clId="{7BE224C0-B654-444E-9919-ED2ADE9C3805}" dt="2024-07-04T11:45:53.835" v="10340" actId="1035"/>
          <ac:picMkLst>
            <pc:docMk/>
            <pc:sldMk cId="628566419" sldId="277"/>
            <ac:picMk id="2050" creationId="{5888B3B2-F883-002B-E070-69515201BB71}"/>
          </ac:picMkLst>
        </pc:picChg>
      </pc:sldChg>
      <pc:sldChg chg="addSp delSp modSp mod">
        <pc:chgData name="Ben Kelly" userId="c94d8882-69fe-4a70-b219-d94260460edf" providerId="ADAL" clId="{7BE224C0-B654-444E-9919-ED2ADE9C3805}" dt="2024-07-04T11:46:33.974" v="10359" actId="1038"/>
        <pc:sldMkLst>
          <pc:docMk/>
          <pc:sldMk cId="701391469" sldId="278"/>
        </pc:sldMkLst>
        <pc:spChg chg="add del">
          <ac:chgData name="Ben Kelly" userId="c94d8882-69fe-4a70-b219-d94260460edf" providerId="ADAL" clId="{7BE224C0-B654-444E-9919-ED2ADE9C3805}" dt="2024-07-04T11:46:10.837" v="10352" actId="22"/>
          <ac:spMkLst>
            <pc:docMk/>
            <pc:sldMk cId="701391469" sldId="278"/>
            <ac:spMk id="3" creationId="{D42DDCB7-D0AC-7FA3-39A2-95A3468EDE64}"/>
          </ac:spMkLst>
        </pc:spChg>
        <pc:spChg chg="add mod">
          <ac:chgData name="Ben Kelly" userId="c94d8882-69fe-4a70-b219-d94260460edf" providerId="ADAL" clId="{7BE224C0-B654-444E-9919-ED2ADE9C3805}" dt="2024-07-04T11:46:33.974" v="10359" actId="1038"/>
          <ac:spMkLst>
            <pc:docMk/>
            <pc:sldMk cId="701391469" sldId="278"/>
            <ac:spMk id="6" creationId="{85AC0149-0EC6-DC0E-E05A-3FA0082CD5AE}"/>
          </ac:spMkLst>
        </pc:spChg>
        <pc:spChg chg="add del mod">
          <ac:chgData name="Ben Kelly" userId="c94d8882-69fe-4a70-b219-d94260460edf" providerId="ADAL" clId="{7BE224C0-B654-444E-9919-ED2ADE9C3805}" dt="2024-06-26T15:29:58.242" v="750"/>
          <ac:spMkLst>
            <pc:docMk/>
            <pc:sldMk cId="701391469" sldId="278"/>
            <ac:spMk id="9" creationId="{83050063-12BB-5A87-C24F-6C20AD15932D}"/>
          </ac:spMkLst>
        </pc:spChg>
        <pc:spChg chg="mod">
          <ac:chgData name="Ben Kelly" userId="c94d8882-69fe-4a70-b219-d94260460edf" providerId="ADAL" clId="{7BE224C0-B654-444E-9919-ED2ADE9C3805}" dt="2024-06-26T15:38:18.140" v="1503" actId="1076"/>
          <ac:spMkLst>
            <pc:docMk/>
            <pc:sldMk cId="701391469" sldId="278"/>
            <ac:spMk id="11" creationId="{2C26DDFC-B714-1170-2E1A-ADDBBDFC013C}"/>
          </ac:spMkLst>
        </pc:spChg>
        <pc:spChg chg="add del mod">
          <ac:chgData name="Ben Kelly" userId="c94d8882-69fe-4a70-b219-d94260460edf" providerId="ADAL" clId="{7BE224C0-B654-444E-9919-ED2ADE9C3805}" dt="2024-06-26T15:29:11.754" v="748" actId="478"/>
          <ac:spMkLst>
            <pc:docMk/>
            <pc:sldMk cId="701391469" sldId="278"/>
            <ac:spMk id="12" creationId="{D499CC7F-B961-D969-62BC-C0A6EBA55221}"/>
          </ac:spMkLst>
        </pc:spChg>
        <pc:picChg chg="mod">
          <ac:chgData name="Ben Kelly" userId="c94d8882-69fe-4a70-b219-d94260460edf" providerId="ADAL" clId="{7BE224C0-B654-444E-9919-ED2ADE9C3805}" dt="2024-06-26T15:38:54.356" v="1508" actId="1038"/>
          <ac:picMkLst>
            <pc:docMk/>
            <pc:sldMk cId="701391469" sldId="278"/>
            <ac:picMk id="13" creationId="{8253ADA9-D6AE-6F82-5617-A8A2BAA19ADB}"/>
          </ac:picMkLst>
        </pc:picChg>
        <pc:picChg chg="del mod">
          <ac:chgData name="Ben Kelly" userId="c94d8882-69fe-4a70-b219-d94260460edf" providerId="ADAL" clId="{7BE224C0-B654-444E-9919-ED2ADE9C3805}" dt="2024-06-26T15:29:58.242" v="750"/>
          <ac:picMkLst>
            <pc:docMk/>
            <pc:sldMk cId="701391469" sldId="278"/>
            <ac:picMk id="4098" creationId="{64169E3D-5A81-2AE7-F23E-BADD3F6F52C8}"/>
          </ac:picMkLst>
        </pc:picChg>
      </pc:sldChg>
      <pc:sldChg chg="addSp delSp modSp mod modAnim">
        <pc:chgData name="Ben Kelly" userId="c94d8882-69fe-4a70-b219-d94260460edf" providerId="ADAL" clId="{7BE224C0-B654-444E-9919-ED2ADE9C3805}" dt="2024-07-04T17:02:09.444" v="12093"/>
        <pc:sldMkLst>
          <pc:docMk/>
          <pc:sldMk cId="1555133475" sldId="279"/>
        </pc:sldMkLst>
        <pc:spChg chg="mod">
          <ac:chgData name="Ben Kelly" userId="c94d8882-69fe-4a70-b219-d94260460edf" providerId="ADAL" clId="{7BE224C0-B654-444E-9919-ED2ADE9C3805}" dt="2024-07-04T17:00:52.178" v="12076" actId="1076"/>
          <ac:spMkLst>
            <pc:docMk/>
            <pc:sldMk cId="1555133475" sldId="279"/>
            <ac:spMk id="3" creationId="{1CFC0417-4A1D-DE36-F1C3-7A9E26BAE4B9}"/>
          </ac:spMkLst>
        </pc:spChg>
        <pc:spChg chg="add mod">
          <ac:chgData name="Ben Kelly" userId="c94d8882-69fe-4a70-b219-d94260460edf" providerId="ADAL" clId="{7BE224C0-B654-444E-9919-ED2ADE9C3805}" dt="2024-07-04T16:59:59.161" v="12066" actId="14100"/>
          <ac:spMkLst>
            <pc:docMk/>
            <pc:sldMk cId="1555133475" sldId="279"/>
            <ac:spMk id="8" creationId="{DADDF083-5C48-DED8-7793-3903B6103F27}"/>
          </ac:spMkLst>
        </pc:spChg>
        <pc:spChg chg="add mod">
          <ac:chgData name="Ben Kelly" userId="c94d8882-69fe-4a70-b219-d94260460edf" providerId="ADAL" clId="{7BE224C0-B654-444E-9919-ED2ADE9C3805}" dt="2024-07-04T17:00:42.148" v="12074" actId="571"/>
          <ac:spMkLst>
            <pc:docMk/>
            <pc:sldMk cId="1555133475" sldId="279"/>
            <ac:spMk id="9" creationId="{C920D9E8-0778-360C-939D-0BE6B9F2E767}"/>
          </ac:spMkLst>
        </pc:spChg>
        <pc:spChg chg="add mod">
          <ac:chgData name="Ben Kelly" userId="c94d8882-69fe-4a70-b219-d94260460edf" providerId="ADAL" clId="{7BE224C0-B654-444E-9919-ED2ADE9C3805}" dt="2024-07-04T17:00:42.148" v="12074" actId="571"/>
          <ac:spMkLst>
            <pc:docMk/>
            <pc:sldMk cId="1555133475" sldId="279"/>
            <ac:spMk id="10" creationId="{4CDD35D6-76C2-6370-AC63-9A113ABF33A4}"/>
          </ac:spMkLst>
        </pc:spChg>
        <pc:spChg chg="add mod">
          <ac:chgData name="Ben Kelly" userId="c94d8882-69fe-4a70-b219-d94260460edf" providerId="ADAL" clId="{7BE224C0-B654-444E-9919-ED2ADE9C3805}" dt="2024-07-04T17:01:00.218" v="12078" actId="571"/>
          <ac:spMkLst>
            <pc:docMk/>
            <pc:sldMk cId="1555133475" sldId="279"/>
            <ac:spMk id="12" creationId="{84ECB42A-A73A-66C5-EFE3-EFDEC2C3E0B3}"/>
          </ac:spMkLst>
        </pc:spChg>
        <pc:spChg chg="add mod">
          <ac:chgData name="Ben Kelly" userId="c94d8882-69fe-4a70-b219-d94260460edf" providerId="ADAL" clId="{7BE224C0-B654-444E-9919-ED2ADE9C3805}" dt="2024-07-04T17:01:00.218" v="12078" actId="571"/>
          <ac:spMkLst>
            <pc:docMk/>
            <pc:sldMk cId="1555133475" sldId="279"/>
            <ac:spMk id="13" creationId="{6AE0499D-83AF-99B4-6F40-97A5BFAE9C29}"/>
          </ac:spMkLst>
        </pc:spChg>
        <pc:graphicFrameChg chg="del mod">
          <ac:chgData name="Ben Kelly" userId="c94d8882-69fe-4a70-b219-d94260460edf" providerId="ADAL" clId="{7BE224C0-B654-444E-9919-ED2ADE9C3805}" dt="2024-07-04T16:42:49.317" v="11160" actId="478"/>
          <ac:graphicFrameMkLst>
            <pc:docMk/>
            <pc:sldMk cId="1555133475" sldId="279"/>
            <ac:graphicFrameMk id="7" creationId="{52D3496C-D25F-ECC5-53C9-55EED746D4FC}"/>
          </ac:graphicFrameMkLst>
        </pc:graphicFrameChg>
        <pc:picChg chg="add mod">
          <ac:chgData name="Ben Kelly" userId="c94d8882-69fe-4a70-b219-d94260460edf" providerId="ADAL" clId="{7BE224C0-B654-444E-9919-ED2ADE9C3805}" dt="2024-07-04T16:55:38.656" v="12014" actId="1076"/>
          <ac:picMkLst>
            <pc:docMk/>
            <pc:sldMk cId="1555133475" sldId="279"/>
            <ac:picMk id="2" creationId="{86D979B2-9DAD-A556-3971-CDF95EF9CF79}"/>
          </ac:picMkLst>
        </pc:picChg>
      </pc:sldChg>
      <pc:sldChg chg="delSp modSp add del">
        <pc:chgData name="Ben Kelly" userId="c94d8882-69fe-4a70-b219-d94260460edf" providerId="ADAL" clId="{7BE224C0-B654-444E-9919-ED2ADE9C3805}" dt="2024-06-26T15:24:09.118" v="697" actId="2696"/>
        <pc:sldMkLst>
          <pc:docMk/>
          <pc:sldMk cId="241217913" sldId="280"/>
        </pc:sldMkLst>
        <pc:spChg chg="del mod topLvl">
          <ac:chgData name="Ben Kelly" userId="c94d8882-69fe-4a70-b219-d94260460edf" providerId="ADAL" clId="{7BE224C0-B654-444E-9919-ED2ADE9C3805}" dt="2024-06-26T15:22:50.704" v="691"/>
          <ac:spMkLst>
            <pc:docMk/>
            <pc:sldMk cId="241217913" sldId="280"/>
            <ac:spMk id="14" creationId="{EB1799DC-34B6-7D2C-215F-3034644025BB}"/>
          </ac:spMkLst>
        </pc:spChg>
        <pc:grpChg chg="del">
          <ac:chgData name="Ben Kelly" userId="c94d8882-69fe-4a70-b219-d94260460edf" providerId="ADAL" clId="{7BE224C0-B654-444E-9919-ED2ADE9C3805}" dt="2024-06-26T15:22:45.649" v="690" actId="165"/>
          <ac:grpSpMkLst>
            <pc:docMk/>
            <pc:sldMk cId="241217913" sldId="280"/>
            <ac:grpSpMk id="15" creationId="{47E16DFF-81C9-0A83-1E35-60EAD3FEBCA2}"/>
          </ac:grpSpMkLst>
        </pc:grpChg>
        <pc:picChg chg="mod">
          <ac:chgData name="Ben Kelly" userId="c94d8882-69fe-4a70-b219-d94260460edf" providerId="ADAL" clId="{7BE224C0-B654-444E-9919-ED2ADE9C3805}" dt="2024-06-26T15:22:50.704" v="691"/>
          <ac:picMkLst>
            <pc:docMk/>
            <pc:sldMk cId="241217913" sldId="280"/>
            <ac:picMk id="3" creationId="{5F828335-2180-6BA8-B827-2FA54239C7DC}"/>
          </ac:picMkLst>
        </pc:picChg>
        <pc:picChg chg="del mod topLvl">
          <ac:chgData name="Ben Kelly" userId="c94d8882-69fe-4a70-b219-d94260460edf" providerId="ADAL" clId="{7BE224C0-B654-444E-9919-ED2ADE9C3805}" dt="2024-06-26T15:22:50.704" v="691"/>
          <ac:picMkLst>
            <pc:docMk/>
            <pc:sldMk cId="241217913" sldId="280"/>
            <ac:picMk id="10" creationId="{1367874B-BDCB-0009-DA31-A52A9CE58A98}"/>
          </ac:picMkLst>
        </pc:picChg>
      </pc:sldChg>
      <pc:sldChg chg="addSp delSp modSp add del mod modTransition modAnim">
        <pc:chgData name="Ben Kelly" userId="c94d8882-69fe-4a70-b219-d94260460edf" providerId="ADAL" clId="{7BE224C0-B654-444E-9919-ED2ADE9C3805}" dt="2024-07-04T16:00:56.513" v="11030" actId="2696"/>
        <pc:sldMkLst>
          <pc:docMk/>
          <pc:sldMk cId="1110080791" sldId="280"/>
        </pc:sldMkLst>
        <pc:spChg chg="mod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2" creationId="{0D074FF6-801B-B575-F90F-002CC249F9FF}"/>
          </ac:spMkLst>
        </pc:spChg>
        <pc:spChg chg="mod">
          <ac:chgData name="Ben Kelly" userId="c94d8882-69fe-4a70-b219-d94260460edf" providerId="ADAL" clId="{7BE224C0-B654-444E-9919-ED2ADE9C3805}" dt="2024-06-26T18:00:01.199" v="4527" actId="20577"/>
          <ac:spMkLst>
            <pc:docMk/>
            <pc:sldMk cId="1110080791" sldId="280"/>
            <ac:spMk id="4" creationId="{092C7915-E202-719E-AFDE-7E1A75711CB6}"/>
          </ac:spMkLst>
        </pc:spChg>
        <pc:spChg chg="mod">
          <ac:chgData name="Ben Kelly" userId="c94d8882-69fe-4a70-b219-d94260460edf" providerId="ADAL" clId="{7BE224C0-B654-444E-9919-ED2ADE9C3805}" dt="2024-06-26T16:51:36.906" v="2236" actId="1076"/>
          <ac:spMkLst>
            <pc:docMk/>
            <pc:sldMk cId="1110080791" sldId="280"/>
            <ac:spMk id="7" creationId="{B88D05AE-DB31-D5AD-85D2-1D8BB7FC04D3}"/>
          </ac:spMkLst>
        </pc:spChg>
        <pc:spChg chg="mod topLvl">
          <ac:chgData name="Ben Kelly" userId="c94d8882-69fe-4a70-b219-d94260460edf" providerId="ADAL" clId="{7BE224C0-B654-444E-9919-ED2ADE9C3805}" dt="2024-06-26T17:36:31.500" v="3650" actId="165"/>
          <ac:spMkLst>
            <pc:docMk/>
            <pc:sldMk cId="1110080791" sldId="280"/>
            <ac:spMk id="8" creationId="{079F255F-1644-0F19-4550-382C16DFD5DC}"/>
          </ac:spMkLst>
        </pc:spChg>
        <pc:spChg chg="mod topLvl">
          <ac:chgData name="Ben Kelly" userId="c94d8882-69fe-4a70-b219-d94260460edf" providerId="ADAL" clId="{7BE224C0-B654-444E-9919-ED2ADE9C3805}" dt="2024-06-26T17:36:34.305" v="3651" actId="165"/>
          <ac:spMkLst>
            <pc:docMk/>
            <pc:sldMk cId="1110080791" sldId="280"/>
            <ac:spMk id="9" creationId="{371BC6BD-3AD7-061D-9AF2-A0B87ECE3DFA}"/>
          </ac:spMkLst>
        </pc:spChg>
        <pc:spChg chg="mod topLvl">
          <ac:chgData name="Ben Kelly" userId="c94d8882-69fe-4a70-b219-d94260460edf" providerId="ADAL" clId="{7BE224C0-B654-444E-9919-ED2ADE9C3805}" dt="2024-06-26T17:36:37.119" v="3652" actId="165"/>
          <ac:spMkLst>
            <pc:docMk/>
            <pc:sldMk cId="1110080791" sldId="280"/>
            <ac:spMk id="10" creationId="{AEE773F4-546D-5C37-6CBA-2D536A14A393}"/>
          </ac:spMkLst>
        </pc:spChg>
        <pc:spChg chg="add mod">
          <ac:chgData name="Ben Kelly" userId="c94d8882-69fe-4a70-b219-d94260460edf" providerId="ADAL" clId="{7BE224C0-B654-444E-9919-ED2ADE9C3805}" dt="2024-07-04T13:22:09.257" v="10578" actId="20577"/>
          <ac:spMkLst>
            <pc:docMk/>
            <pc:sldMk cId="1110080791" sldId="280"/>
            <ac:spMk id="11" creationId="{0AC7AC97-C1C5-CB38-043A-6DD4011993FB}"/>
          </ac:spMkLst>
        </pc:spChg>
        <pc:spChg chg="mod topLvl">
          <ac:chgData name="Ben Kelly" userId="c94d8882-69fe-4a70-b219-d94260460edf" providerId="ADAL" clId="{7BE224C0-B654-444E-9919-ED2ADE9C3805}" dt="2024-06-26T17:36:40.865" v="3653" actId="165"/>
          <ac:spMkLst>
            <pc:docMk/>
            <pc:sldMk cId="1110080791" sldId="280"/>
            <ac:spMk id="12" creationId="{23943979-1333-47AD-E78F-064236B37264}"/>
          </ac:spMkLst>
        </pc:spChg>
        <pc:spChg chg="mod topLvl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14" creationId="{862072FD-DCEB-F512-6EF0-89A5E73A89E1}"/>
          </ac:spMkLst>
        </pc:spChg>
        <pc:spChg chg="mod topLvl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15" creationId="{4927CC2D-B9E9-6D6F-1B44-F3F73002C33B}"/>
          </ac:spMkLst>
        </pc:spChg>
        <pc:spChg chg="mod topLvl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16" creationId="{5905CE4C-7E15-45BC-63B2-EB57A1F7603E}"/>
          </ac:spMkLst>
        </pc:spChg>
        <pc:spChg chg="mod topLvl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17" creationId="{411D3EA2-C46D-E988-8CC8-A536D525F5D6}"/>
          </ac:spMkLst>
        </pc:spChg>
        <pc:spChg chg="mod">
          <ac:chgData name="Ben Kelly" userId="c94d8882-69fe-4a70-b219-d94260460edf" providerId="ADAL" clId="{7BE224C0-B654-444E-9919-ED2ADE9C3805}" dt="2024-06-26T17:36:44.822" v="3658" actId="1035"/>
          <ac:spMkLst>
            <pc:docMk/>
            <pc:sldMk cId="1110080791" sldId="280"/>
            <ac:spMk id="36" creationId="{A9D805FF-86E4-B61B-8419-7C33F6421587}"/>
          </ac:spMkLst>
        </pc:spChg>
        <pc:grpChg chg="add del mod">
          <ac:chgData name="Ben Kelly" userId="c94d8882-69fe-4a70-b219-d94260460edf" providerId="ADAL" clId="{7BE224C0-B654-444E-9919-ED2ADE9C3805}" dt="2024-06-26T16:25:38.968" v="1939" actId="165"/>
          <ac:grpSpMkLst>
            <pc:docMk/>
            <pc:sldMk cId="1110080791" sldId="280"/>
            <ac:grpSpMk id="3" creationId="{062F6E64-25EF-99CA-546B-6342E5F2AD77}"/>
          </ac:grpSpMkLst>
        </pc:grpChg>
        <pc:grpChg chg="add del mod">
          <ac:chgData name="Ben Kelly" userId="c94d8882-69fe-4a70-b219-d94260460edf" providerId="ADAL" clId="{7BE224C0-B654-444E-9919-ED2ADE9C3805}" dt="2024-06-26T16:40:14.536" v="2171" actId="165"/>
          <ac:grpSpMkLst>
            <pc:docMk/>
            <pc:sldMk cId="1110080791" sldId="280"/>
            <ac:grpSpMk id="18" creationId="{62FA6713-40F6-4C28-ED3E-0987927161D5}"/>
          </ac:grpSpMkLst>
        </pc:grpChg>
        <pc:grpChg chg="add del mod">
          <ac:chgData name="Ben Kelly" userId="c94d8882-69fe-4a70-b219-d94260460edf" providerId="ADAL" clId="{7BE224C0-B654-444E-9919-ED2ADE9C3805}" dt="2024-06-26T17:36:31.500" v="3650" actId="165"/>
          <ac:grpSpMkLst>
            <pc:docMk/>
            <pc:sldMk cId="1110080791" sldId="280"/>
            <ac:grpSpMk id="22" creationId="{3254A0B0-905E-494C-66E8-20117647773F}"/>
          </ac:grpSpMkLst>
        </pc:grpChg>
        <pc:grpChg chg="add del mod">
          <ac:chgData name="Ben Kelly" userId="c94d8882-69fe-4a70-b219-d94260460edf" providerId="ADAL" clId="{7BE224C0-B654-444E-9919-ED2ADE9C3805}" dt="2024-06-26T17:36:34.305" v="3651" actId="165"/>
          <ac:grpSpMkLst>
            <pc:docMk/>
            <pc:sldMk cId="1110080791" sldId="280"/>
            <ac:grpSpMk id="24" creationId="{A8332D88-5328-DA2F-88F3-CF37F6AA9CAD}"/>
          </ac:grpSpMkLst>
        </pc:grpChg>
        <pc:grpChg chg="add del mod">
          <ac:chgData name="Ben Kelly" userId="c94d8882-69fe-4a70-b219-d94260460edf" providerId="ADAL" clId="{7BE224C0-B654-444E-9919-ED2ADE9C3805}" dt="2024-06-26T17:36:37.119" v="3652" actId="165"/>
          <ac:grpSpMkLst>
            <pc:docMk/>
            <pc:sldMk cId="1110080791" sldId="280"/>
            <ac:grpSpMk id="26" creationId="{103B6798-4764-0199-4C45-FF3146A9BBB8}"/>
          </ac:grpSpMkLst>
        </pc:grpChg>
        <pc:grpChg chg="del mod topLvl">
          <ac:chgData name="Ben Kelly" userId="c94d8882-69fe-4a70-b219-d94260460edf" providerId="ADAL" clId="{7BE224C0-B654-444E-9919-ED2ADE9C3805}" dt="2024-06-26T16:46:11.672" v="2205" actId="165"/>
          <ac:grpSpMkLst>
            <pc:docMk/>
            <pc:sldMk cId="1110080791" sldId="280"/>
            <ac:grpSpMk id="32" creationId="{993FF0C6-F360-32F2-5A12-491EAB6D1F3D}"/>
          </ac:grpSpMkLst>
        </pc:grpChg>
        <pc:grpChg chg="del mod topLvl">
          <ac:chgData name="Ben Kelly" userId="c94d8882-69fe-4a70-b219-d94260460edf" providerId="ADAL" clId="{7BE224C0-B654-444E-9919-ED2ADE9C3805}" dt="2024-06-26T16:47:32.366" v="2210" actId="165"/>
          <ac:grpSpMkLst>
            <pc:docMk/>
            <pc:sldMk cId="1110080791" sldId="280"/>
            <ac:grpSpMk id="33" creationId="{1A29AA00-DD37-5765-D150-7C4777D0C564}"/>
          </ac:grpSpMkLst>
        </pc:grpChg>
        <pc:grpChg chg="del mod topLvl">
          <ac:chgData name="Ben Kelly" userId="c94d8882-69fe-4a70-b219-d94260460edf" providerId="ADAL" clId="{7BE224C0-B654-444E-9919-ED2ADE9C3805}" dt="2024-06-26T16:48:49.174" v="2215" actId="165"/>
          <ac:grpSpMkLst>
            <pc:docMk/>
            <pc:sldMk cId="1110080791" sldId="280"/>
            <ac:grpSpMk id="34" creationId="{0A2BA791-EE7D-F33B-55AE-0F964B771FC5}"/>
          </ac:grpSpMkLst>
        </pc:grpChg>
        <pc:grpChg chg="del mod topLvl">
          <ac:chgData name="Ben Kelly" userId="c94d8882-69fe-4a70-b219-d94260460edf" providerId="ADAL" clId="{7BE224C0-B654-444E-9919-ED2ADE9C3805}" dt="2024-06-26T17:36:40.865" v="3653" actId="165"/>
          <ac:grpSpMkLst>
            <pc:docMk/>
            <pc:sldMk cId="1110080791" sldId="280"/>
            <ac:grpSpMk id="35" creationId="{B6B4E626-C76B-D9B3-2B59-D094F068EA0E}"/>
          </ac:grpSpMkLst>
        </pc:grpChg>
        <pc:graphicFrameChg chg="add del mod">
          <ac:chgData name="Ben Kelly" userId="c94d8882-69fe-4a70-b219-d94260460edf" providerId="ADAL" clId="{7BE224C0-B654-444E-9919-ED2ADE9C3805}" dt="2024-06-26T16:38:30.605" v="2163" actId="478"/>
          <ac:graphicFrameMkLst>
            <pc:docMk/>
            <pc:sldMk cId="1110080791" sldId="280"/>
            <ac:graphicFrameMk id="13" creationId="{4E61167F-78B8-C728-71E4-767998870594}"/>
          </ac:graphicFrameMkLst>
        </pc:graphicFrameChg>
        <pc:graphicFrameChg chg="add mod">
          <ac:chgData name="Ben Kelly" userId="c94d8882-69fe-4a70-b219-d94260460edf" providerId="ADAL" clId="{7BE224C0-B654-444E-9919-ED2ADE9C3805}" dt="2024-06-26T16:40:39.777" v="2175" actId="1076"/>
          <ac:graphicFrameMkLst>
            <pc:docMk/>
            <pc:sldMk cId="1110080791" sldId="280"/>
            <ac:graphicFrameMk id="19" creationId="{11900D75-413A-043B-F5BB-1280BA158C10}"/>
          </ac:graphicFrameMkLst>
        </pc:graphicFrameChg>
        <pc:graphicFrameChg chg="add mod">
          <ac:chgData name="Ben Kelly" userId="c94d8882-69fe-4a70-b219-d94260460edf" providerId="ADAL" clId="{7BE224C0-B654-444E-9919-ED2ADE9C3805}" dt="2024-06-26T16:40:52.589" v="2178" actId="1076"/>
          <ac:graphicFrameMkLst>
            <pc:docMk/>
            <pc:sldMk cId="1110080791" sldId="280"/>
            <ac:graphicFrameMk id="20" creationId="{B6520462-38B7-1F1B-57C6-47960925945B}"/>
          </ac:graphicFrameMkLst>
        </pc:graphicFrameChg>
        <pc:graphicFrameChg chg="add mod">
          <ac:chgData name="Ben Kelly" userId="c94d8882-69fe-4a70-b219-d94260460edf" providerId="ADAL" clId="{7BE224C0-B654-444E-9919-ED2ADE9C3805}" dt="2024-07-04T13:13:12.955" v="10565"/>
          <ac:graphicFrameMkLst>
            <pc:docMk/>
            <pc:sldMk cId="1110080791" sldId="280"/>
            <ac:graphicFrameMk id="21" creationId="{C429CBA9-A724-833F-0A79-DC6789F150C0}"/>
          </ac:graphicFrameMkLst>
        </pc:graphicFrameChg>
        <pc:picChg chg="mod topLvl">
          <ac:chgData name="Ben Kelly" userId="c94d8882-69fe-4a70-b219-d94260460edf" providerId="ADAL" clId="{7BE224C0-B654-444E-9919-ED2ADE9C3805}" dt="2024-06-26T17:36:44.822" v="3658" actId="1035"/>
          <ac:picMkLst>
            <pc:docMk/>
            <pc:sldMk cId="1110080791" sldId="280"/>
            <ac:picMk id="23" creationId="{D7B7A9FD-07BF-0669-896C-19990F8C2F89}"/>
          </ac:picMkLst>
        </pc:picChg>
        <pc:picChg chg="mod topLvl">
          <ac:chgData name="Ben Kelly" userId="c94d8882-69fe-4a70-b219-d94260460edf" providerId="ADAL" clId="{7BE224C0-B654-444E-9919-ED2ADE9C3805}" dt="2024-06-26T17:36:44.822" v="3658" actId="1035"/>
          <ac:picMkLst>
            <pc:docMk/>
            <pc:sldMk cId="1110080791" sldId="280"/>
            <ac:picMk id="25" creationId="{3121D717-4592-D28A-5467-77D76C02E7A9}"/>
          </ac:picMkLst>
        </pc:picChg>
        <pc:picChg chg="mod topLvl">
          <ac:chgData name="Ben Kelly" userId="c94d8882-69fe-4a70-b219-d94260460edf" providerId="ADAL" clId="{7BE224C0-B654-444E-9919-ED2ADE9C3805}" dt="2024-06-26T17:36:44.822" v="3658" actId="1035"/>
          <ac:picMkLst>
            <pc:docMk/>
            <pc:sldMk cId="1110080791" sldId="280"/>
            <ac:picMk id="27" creationId="{9CD00CF1-E2F2-5745-FAC5-D8960F0C93D2}"/>
          </ac:picMkLst>
        </pc:picChg>
        <pc:picChg chg="mod topLvl">
          <ac:chgData name="Ben Kelly" userId="c94d8882-69fe-4a70-b219-d94260460edf" providerId="ADAL" clId="{7BE224C0-B654-444E-9919-ED2ADE9C3805}" dt="2024-06-26T17:36:44.822" v="3658" actId="1035"/>
          <ac:picMkLst>
            <pc:docMk/>
            <pc:sldMk cId="1110080791" sldId="280"/>
            <ac:picMk id="29" creationId="{DBA11EA0-A1D5-54E0-572B-6DEB2E36C508}"/>
          </ac:picMkLst>
        </pc:picChg>
      </pc:sldChg>
      <pc:sldChg chg="modSp add del mod">
        <pc:chgData name="Ben Kelly" userId="c94d8882-69fe-4a70-b219-d94260460edf" providerId="ADAL" clId="{7BE224C0-B654-444E-9919-ED2ADE9C3805}" dt="2024-06-26T15:38:37.992" v="1507" actId="2696"/>
        <pc:sldMkLst>
          <pc:docMk/>
          <pc:sldMk cId="1613022339" sldId="280"/>
        </pc:sldMkLst>
        <pc:spChg chg="mod">
          <ac:chgData name="Ben Kelly" userId="c94d8882-69fe-4a70-b219-d94260460edf" providerId="ADAL" clId="{7BE224C0-B654-444E-9919-ED2ADE9C3805}" dt="2024-06-26T15:37:49.591" v="1496" actId="1076"/>
          <ac:spMkLst>
            <pc:docMk/>
            <pc:sldMk cId="1613022339" sldId="280"/>
            <ac:spMk id="9" creationId="{83050063-12BB-5A87-C24F-6C20AD15932D}"/>
          </ac:spMkLst>
        </pc:spChg>
      </pc:sldChg>
      <pc:sldChg chg="addSp delSp modSp add del mod modTransition modAnim">
        <pc:chgData name="Ben Kelly" userId="c94d8882-69fe-4a70-b219-d94260460edf" providerId="ADAL" clId="{7BE224C0-B654-444E-9919-ED2ADE9C3805}" dt="2024-07-04T16:02:23.152" v="11041" actId="2696"/>
        <pc:sldMkLst>
          <pc:docMk/>
          <pc:sldMk cId="387234151" sldId="281"/>
        </pc:sldMkLst>
        <pc:spChg chg="mod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2" creationId="{0D074FF6-801B-B575-F90F-002CC249F9FF}"/>
          </ac:spMkLst>
        </pc:spChg>
        <pc:spChg chg="add mod">
          <ac:chgData name="Ben Kelly" userId="c94d8882-69fe-4a70-b219-d94260460edf" providerId="ADAL" clId="{7BE224C0-B654-444E-9919-ED2ADE9C3805}" dt="2024-07-04T13:13:27.233" v="10567" actId="20577"/>
          <ac:spMkLst>
            <pc:docMk/>
            <pc:sldMk cId="387234151" sldId="281"/>
            <ac:spMk id="3" creationId="{E50B180B-6796-7C61-70A9-4BF2CD5D6E0B}"/>
          </ac:spMkLst>
        </pc:spChg>
        <pc:spChg chg="mod">
          <ac:chgData name="Ben Kelly" userId="c94d8882-69fe-4a70-b219-d94260460edf" providerId="ADAL" clId="{7BE224C0-B654-444E-9919-ED2ADE9C3805}" dt="2024-06-26T17:59:56.899" v="4525" actId="20577"/>
          <ac:spMkLst>
            <pc:docMk/>
            <pc:sldMk cId="387234151" sldId="281"/>
            <ac:spMk id="4" creationId="{092C7915-E202-719E-AFDE-7E1A75711CB6}"/>
          </ac:spMkLst>
        </pc:spChg>
        <pc:spChg chg="mod">
          <ac:chgData name="Ben Kelly" userId="c94d8882-69fe-4a70-b219-d94260460edf" providerId="ADAL" clId="{7BE224C0-B654-444E-9919-ED2ADE9C3805}" dt="2024-06-26T16:50:15.258" v="2224" actId="14100"/>
          <ac:spMkLst>
            <pc:docMk/>
            <pc:sldMk cId="387234151" sldId="281"/>
            <ac:spMk id="7" creationId="{B88D05AE-DB31-D5AD-85D2-1D8BB7FC04D3}"/>
          </ac:spMkLst>
        </pc:spChg>
        <pc:spChg chg="mod topLvl">
          <ac:chgData name="Ben Kelly" userId="c94d8882-69fe-4a70-b219-d94260460edf" providerId="ADAL" clId="{7BE224C0-B654-444E-9919-ED2ADE9C3805}" dt="2024-06-26T16:50:59.801" v="2233" actId="1076"/>
          <ac:spMkLst>
            <pc:docMk/>
            <pc:sldMk cId="387234151" sldId="281"/>
            <ac:spMk id="8" creationId="{079F255F-1644-0F19-4550-382C16DFD5DC}"/>
          </ac:spMkLst>
        </pc:spChg>
        <pc:spChg chg="mod topLvl">
          <ac:chgData name="Ben Kelly" userId="c94d8882-69fe-4a70-b219-d94260460edf" providerId="ADAL" clId="{7BE224C0-B654-444E-9919-ED2ADE9C3805}" dt="2024-06-26T17:37:02.158" v="3665" actId="165"/>
          <ac:spMkLst>
            <pc:docMk/>
            <pc:sldMk cId="387234151" sldId="281"/>
            <ac:spMk id="9" creationId="{371BC6BD-3AD7-061D-9AF2-A0B87ECE3DFA}"/>
          </ac:spMkLst>
        </pc:spChg>
        <pc:spChg chg="mod topLvl">
          <ac:chgData name="Ben Kelly" userId="c94d8882-69fe-4a70-b219-d94260460edf" providerId="ADAL" clId="{7BE224C0-B654-444E-9919-ED2ADE9C3805}" dt="2024-06-26T17:37:05.063" v="3666" actId="165"/>
          <ac:spMkLst>
            <pc:docMk/>
            <pc:sldMk cId="387234151" sldId="281"/>
            <ac:spMk id="10" creationId="{AEE773F4-546D-5C37-6CBA-2D536A14A393}"/>
          </ac:spMkLst>
        </pc:spChg>
        <pc:spChg chg="del">
          <ac:chgData name="Ben Kelly" userId="c94d8882-69fe-4a70-b219-d94260460edf" providerId="ADAL" clId="{7BE224C0-B654-444E-9919-ED2ADE9C3805}" dt="2024-06-26T16:50:06.165" v="2223" actId="478"/>
          <ac:spMkLst>
            <pc:docMk/>
            <pc:sldMk cId="387234151" sldId="281"/>
            <ac:spMk id="11" creationId="{0AC7AC97-C1C5-CB38-043A-6DD4011993FB}"/>
          </ac:spMkLst>
        </pc:spChg>
        <pc:spChg chg="mod topLvl">
          <ac:chgData name="Ben Kelly" userId="c94d8882-69fe-4a70-b219-d94260460edf" providerId="ADAL" clId="{7BE224C0-B654-444E-9919-ED2ADE9C3805}" dt="2024-06-26T17:37:08.061" v="3667" actId="165"/>
          <ac:spMkLst>
            <pc:docMk/>
            <pc:sldMk cId="387234151" sldId="281"/>
            <ac:spMk id="12" creationId="{23943979-1333-47AD-E78F-064236B37264}"/>
          </ac:spMkLst>
        </pc:spChg>
        <pc:spChg chg="mod topLvl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14" creationId="{862072FD-DCEB-F512-6EF0-89A5E73A89E1}"/>
          </ac:spMkLst>
        </pc:spChg>
        <pc:spChg chg="mod topLvl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15" creationId="{4927CC2D-B9E9-6D6F-1B44-F3F73002C33B}"/>
          </ac:spMkLst>
        </pc:spChg>
        <pc:spChg chg="mod topLvl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16" creationId="{5905CE4C-7E15-45BC-63B2-EB57A1F7603E}"/>
          </ac:spMkLst>
        </pc:spChg>
        <pc:spChg chg="mod topLvl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17" creationId="{411D3EA2-C46D-E988-8CC8-A536D525F5D6}"/>
          </ac:spMkLst>
        </pc:spChg>
        <pc:spChg chg="mod">
          <ac:chgData name="Ben Kelly" userId="c94d8882-69fe-4a70-b219-d94260460edf" providerId="ADAL" clId="{7BE224C0-B654-444E-9919-ED2ADE9C3805}" dt="2024-06-26T17:37:12.966" v="3672" actId="1035"/>
          <ac:spMkLst>
            <pc:docMk/>
            <pc:sldMk cId="387234151" sldId="281"/>
            <ac:spMk id="36" creationId="{A9D805FF-86E4-B61B-8419-7C33F6421587}"/>
          </ac:spMkLst>
        </pc:spChg>
        <pc:grpChg chg="del">
          <ac:chgData name="Ben Kelly" userId="c94d8882-69fe-4a70-b219-d94260460edf" providerId="ADAL" clId="{7BE224C0-B654-444E-9919-ED2ADE9C3805}" dt="2024-06-26T16:50:30.823" v="2226" actId="165"/>
          <ac:grpSpMkLst>
            <pc:docMk/>
            <pc:sldMk cId="387234151" sldId="281"/>
            <ac:grpSpMk id="22" creationId="{3254A0B0-905E-494C-66E8-20117647773F}"/>
          </ac:grpSpMkLst>
        </pc:grpChg>
        <pc:grpChg chg="del">
          <ac:chgData name="Ben Kelly" userId="c94d8882-69fe-4a70-b219-d94260460edf" providerId="ADAL" clId="{7BE224C0-B654-444E-9919-ED2ADE9C3805}" dt="2024-06-26T17:37:02.158" v="3665" actId="165"/>
          <ac:grpSpMkLst>
            <pc:docMk/>
            <pc:sldMk cId="387234151" sldId="281"/>
            <ac:grpSpMk id="24" creationId="{A8332D88-5328-DA2F-88F3-CF37F6AA9CAD}"/>
          </ac:grpSpMkLst>
        </pc:grpChg>
        <pc:grpChg chg="del">
          <ac:chgData name="Ben Kelly" userId="c94d8882-69fe-4a70-b219-d94260460edf" providerId="ADAL" clId="{7BE224C0-B654-444E-9919-ED2ADE9C3805}" dt="2024-06-26T17:37:05.063" v="3666" actId="165"/>
          <ac:grpSpMkLst>
            <pc:docMk/>
            <pc:sldMk cId="387234151" sldId="281"/>
            <ac:grpSpMk id="26" creationId="{103B6798-4764-0199-4C45-FF3146A9BBB8}"/>
          </ac:grpSpMkLst>
        </pc:grpChg>
        <pc:grpChg chg="del">
          <ac:chgData name="Ben Kelly" userId="c94d8882-69fe-4a70-b219-d94260460edf" providerId="ADAL" clId="{7BE224C0-B654-444E-9919-ED2ADE9C3805}" dt="2024-06-26T17:37:08.061" v="3667" actId="165"/>
          <ac:grpSpMkLst>
            <pc:docMk/>
            <pc:sldMk cId="387234151" sldId="281"/>
            <ac:grpSpMk id="35" creationId="{B6B4E626-C76B-D9B3-2B59-D094F068EA0E}"/>
          </ac:grpSpMkLst>
        </pc:grpChg>
        <pc:graphicFrameChg chg="add mod">
          <ac:chgData name="Ben Kelly" userId="c94d8882-69fe-4a70-b219-d94260460edf" providerId="ADAL" clId="{7BE224C0-B654-444E-9919-ED2ADE9C3805}" dt="2024-07-04T13:26:04.247" v="10589"/>
          <ac:graphicFrameMkLst>
            <pc:docMk/>
            <pc:sldMk cId="387234151" sldId="281"/>
            <ac:graphicFrameMk id="13" creationId="{2BF18BE3-4B18-9012-5600-82239831F9BA}"/>
          </ac:graphicFrameMkLst>
        </pc:graphicFrameChg>
        <pc:graphicFrameChg chg="del">
          <ac:chgData name="Ben Kelly" userId="c94d8882-69fe-4a70-b219-d94260460edf" providerId="ADAL" clId="{7BE224C0-B654-444E-9919-ED2ADE9C3805}" dt="2024-06-26T16:50:06.165" v="2223" actId="478"/>
          <ac:graphicFrameMkLst>
            <pc:docMk/>
            <pc:sldMk cId="387234151" sldId="281"/>
            <ac:graphicFrameMk id="21" creationId="{C429CBA9-A724-833F-0A79-DC6789F150C0}"/>
          </ac:graphicFrameMkLst>
        </pc:graphicFrameChg>
        <pc:picChg chg="mod topLvl">
          <ac:chgData name="Ben Kelly" userId="c94d8882-69fe-4a70-b219-d94260460edf" providerId="ADAL" clId="{7BE224C0-B654-444E-9919-ED2ADE9C3805}" dt="2024-06-26T17:37:12.966" v="3672" actId="1035"/>
          <ac:picMkLst>
            <pc:docMk/>
            <pc:sldMk cId="387234151" sldId="281"/>
            <ac:picMk id="23" creationId="{D7B7A9FD-07BF-0669-896C-19990F8C2F89}"/>
          </ac:picMkLst>
        </pc:picChg>
        <pc:picChg chg="mod topLvl">
          <ac:chgData name="Ben Kelly" userId="c94d8882-69fe-4a70-b219-d94260460edf" providerId="ADAL" clId="{7BE224C0-B654-444E-9919-ED2ADE9C3805}" dt="2024-06-26T17:37:12.966" v="3672" actId="1035"/>
          <ac:picMkLst>
            <pc:docMk/>
            <pc:sldMk cId="387234151" sldId="281"/>
            <ac:picMk id="25" creationId="{3121D717-4592-D28A-5467-77D76C02E7A9}"/>
          </ac:picMkLst>
        </pc:picChg>
        <pc:picChg chg="mod topLvl">
          <ac:chgData name="Ben Kelly" userId="c94d8882-69fe-4a70-b219-d94260460edf" providerId="ADAL" clId="{7BE224C0-B654-444E-9919-ED2ADE9C3805}" dt="2024-06-26T17:37:12.966" v="3672" actId="1035"/>
          <ac:picMkLst>
            <pc:docMk/>
            <pc:sldMk cId="387234151" sldId="281"/>
            <ac:picMk id="27" creationId="{9CD00CF1-E2F2-5745-FAC5-D8960F0C93D2}"/>
          </ac:picMkLst>
        </pc:picChg>
        <pc:picChg chg="mod topLvl">
          <ac:chgData name="Ben Kelly" userId="c94d8882-69fe-4a70-b219-d94260460edf" providerId="ADAL" clId="{7BE224C0-B654-444E-9919-ED2ADE9C3805}" dt="2024-06-26T17:37:12.966" v="3672" actId="1035"/>
          <ac:picMkLst>
            <pc:docMk/>
            <pc:sldMk cId="387234151" sldId="281"/>
            <ac:picMk id="29" creationId="{DBA11EA0-A1D5-54E0-572B-6DEB2E36C508}"/>
          </ac:picMkLst>
        </pc:picChg>
      </pc:sldChg>
      <pc:sldChg chg="modSp add del">
        <pc:chgData name="Ben Kelly" userId="c94d8882-69fe-4a70-b219-d94260460edf" providerId="ADAL" clId="{7BE224C0-B654-444E-9919-ED2ADE9C3805}" dt="2024-06-26T15:24:06.717" v="696" actId="2696"/>
        <pc:sldMkLst>
          <pc:docMk/>
          <pc:sldMk cId="2302938000" sldId="281"/>
        </pc:sldMkLst>
        <pc:picChg chg="mod">
          <ac:chgData name="Ben Kelly" userId="c94d8882-69fe-4a70-b219-d94260460edf" providerId="ADAL" clId="{7BE224C0-B654-444E-9919-ED2ADE9C3805}" dt="2024-06-26T15:24:00.776" v="695" actId="14100"/>
          <ac:picMkLst>
            <pc:docMk/>
            <pc:sldMk cId="2302938000" sldId="281"/>
            <ac:picMk id="3" creationId="{5F828335-2180-6BA8-B827-2FA54239C7DC}"/>
          </ac:picMkLst>
        </pc:picChg>
      </pc:sldChg>
      <pc:sldChg chg="delSp modSp add del mod">
        <pc:chgData name="Ben Kelly" userId="c94d8882-69fe-4a70-b219-d94260460edf" providerId="ADAL" clId="{7BE224C0-B654-444E-9919-ED2ADE9C3805}" dt="2024-06-26T16:49:59.277" v="2221" actId="47"/>
        <pc:sldMkLst>
          <pc:docMk/>
          <pc:sldMk cId="2371690285" sldId="281"/>
        </pc:sldMkLst>
        <pc:spChg chg="mod">
          <ac:chgData name="Ben Kelly" userId="c94d8882-69fe-4a70-b219-d94260460edf" providerId="ADAL" clId="{7BE224C0-B654-444E-9919-ED2ADE9C3805}" dt="2024-06-26T16:43:47.787" v="2202" actId="1076"/>
          <ac:spMkLst>
            <pc:docMk/>
            <pc:sldMk cId="2371690285" sldId="281"/>
            <ac:spMk id="2" creationId="{0D074FF6-801B-B575-F90F-002CC249F9FF}"/>
          </ac:spMkLst>
        </pc:spChg>
        <pc:spChg chg="mod">
          <ac:chgData name="Ben Kelly" userId="c94d8882-69fe-4a70-b219-d94260460edf" providerId="ADAL" clId="{7BE224C0-B654-444E-9919-ED2ADE9C3805}" dt="2024-06-26T16:42:42.683" v="2194" actId="20577"/>
          <ac:spMkLst>
            <pc:docMk/>
            <pc:sldMk cId="2371690285" sldId="281"/>
            <ac:spMk id="4" creationId="{092C7915-E202-719E-AFDE-7E1A75711CB6}"/>
          </ac:spMkLst>
        </pc:spChg>
        <pc:spChg chg="mod">
          <ac:chgData name="Ben Kelly" userId="c94d8882-69fe-4a70-b219-d94260460edf" providerId="ADAL" clId="{7BE224C0-B654-444E-9919-ED2ADE9C3805}" dt="2024-06-26T16:43:42.746" v="2201" actId="1076"/>
          <ac:spMkLst>
            <pc:docMk/>
            <pc:sldMk cId="2371690285" sldId="281"/>
            <ac:spMk id="7" creationId="{B88D05AE-DB31-D5AD-85D2-1D8BB7FC04D3}"/>
          </ac:spMkLst>
        </pc:spChg>
        <pc:spChg chg="del">
          <ac:chgData name="Ben Kelly" userId="c94d8882-69fe-4a70-b219-d94260460edf" providerId="ADAL" clId="{7BE224C0-B654-444E-9919-ED2ADE9C3805}" dt="2024-06-26T16:43:16.034" v="2195" actId="478"/>
          <ac:spMkLst>
            <pc:docMk/>
            <pc:sldMk cId="2371690285" sldId="281"/>
            <ac:spMk id="11" creationId="{0AC7AC97-C1C5-CB38-043A-6DD4011993FB}"/>
          </ac:spMkLst>
        </pc:spChg>
        <pc:spChg chg="mod">
          <ac:chgData name="Ben Kelly" userId="c94d8882-69fe-4a70-b219-d94260460edf" providerId="ADAL" clId="{7BE224C0-B654-444E-9919-ED2ADE9C3805}" dt="2024-06-26T16:43:47.787" v="2202" actId="1076"/>
          <ac:spMkLst>
            <pc:docMk/>
            <pc:sldMk cId="2371690285" sldId="281"/>
            <ac:spMk id="36" creationId="{A9D805FF-86E4-B61B-8419-7C33F6421587}"/>
          </ac:spMkLst>
        </pc:spChg>
        <pc:grpChg chg="mod">
          <ac:chgData name="Ben Kelly" userId="c94d8882-69fe-4a70-b219-d94260460edf" providerId="ADAL" clId="{7BE224C0-B654-444E-9919-ED2ADE9C3805}" dt="2024-06-26T16:45:00.429" v="2204" actId="14100"/>
          <ac:grpSpMkLst>
            <pc:docMk/>
            <pc:sldMk cId="2371690285" sldId="281"/>
            <ac:grpSpMk id="32" creationId="{993FF0C6-F360-32F2-5A12-491EAB6D1F3D}"/>
          </ac:grpSpMkLst>
        </pc:grpChg>
        <pc:graphicFrameChg chg="del">
          <ac:chgData name="Ben Kelly" userId="c94d8882-69fe-4a70-b219-d94260460edf" providerId="ADAL" clId="{7BE224C0-B654-444E-9919-ED2ADE9C3805}" dt="2024-06-26T16:43:17.743" v="2196" actId="478"/>
          <ac:graphicFrameMkLst>
            <pc:docMk/>
            <pc:sldMk cId="2371690285" sldId="281"/>
            <ac:graphicFrameMk id="21" creationId="{C429CBA9-A724-833F-0A79-DC6789F150C0}"/>
          </ac:graphicFrameMkLst>
        </pc:graphicFrameChg>
      </pc:sldChg>
      <pc:sldChg chg="addSp delSp modSp add del mod modTransition delAnim modAnim">
        <pc:chgData name="Ben Kelly" userId="c94d8882-69fe-4a70-b219-d94260460edf" providerId="ADAL" clId="{7BE224C0-B654-444E-9919-ED2ADE9C3805}" dt="2024-07-04T16:36:04.707" v="11157" actId="2696"/>
        <pc:sldMkLst>
          <pc:docMk/>
          <pc:sldMk cId="1880931994" sldId="282"/>
        </pc:sldMkLst>
        <pc:spChg chg="mod">
          <ac:chgData name="Ben Kelly" userId="c94d8882-69fe-4a70-b219-d94260460edf" providerId="ADAL" clId="{7BE224C0-B654-444E-9919-ED2ADE9C3805}" dt="2024-06-26T17:37:42.826" v="3687" actId="1035"/>
          <ac:spMkLst>
            <pc:docMk/>
            <pc:sldMk cId="1880931994" sldId="282"/>
            <ac:spMk id="2" creationId="{0D074FF6-801B-B575-F90F-002CC249F9FF}"/>
          </ac:spMkLst>
        </pc:spChg>
        <pc:spChg chg="del">
          <ac:chgData name="Ben Kelly" userId="c94d8882-69fe-4a70-b219-d94260460edf" providerId="ADAL" clId="{7BE224C0-B654-444E-9919-ED2ADE9C3805}" dt="2024-06-26T17:01:51.213" v="2586" actId="478"/>
          <ac:spMkLst>
            <pc:docMk/>
            <pc:sldMk cId="1880931994" sldId="282"/>
            <ac:spMk id="3" creationId="{E50B180B-6796-7C61-70A9-4BF2CD5D6E0B}"/>
          </ac:spMkLst>
        </pc:spChg>
        <pc:spChg chg="mod">
          <ac:chgData name="Ben Kelly" userId="c94d8882-69fe-4a70-b219-d94260460edf" providerId="ADAL" clId="{7BE224C0-B654-444E-9919-ED2ADE9C3805}" dt="2024-06-26T17:59:53.047" v="4523" actId="20577"/>
          <ac:spMkLst>
            <pc:docMk/>
            <pc:sldMk cId="1880931994" sldId="282"/>
            <ac:spMk id="4" creationId="{092C7915-E202-719E-AFDE-7E1A75711CB6}"/>
          </ac:spMkLst>
        </pc:spChg>
        <pc:spChg chg="mod">
          <ac:chgData name="Ben Kelly" userId="c94d8882-69fe-4a70-b219-d94260460edf" providerId="ADAL" clId="{7BE224C0-B654-444E-9919-ED2ADE9C3805}" dt="2024-06-26T17:02:13.256" v="2588" actId="14100"/>
          <ac:spMkLst>
            <pc:docMk/>
            <pc:sldMk cId="1880931994" sldId="282"/>
            <ac:spMk id="8" creationId="{079F255F-1644-0F19-4550-382C16DFD5DC}"/>
          </ac:spMkLst>
        </pc:spChg>
        <pc:spChg chg="mod topLvl">
          <ac:chgData name="Ben Kelly" userId="c94d8882-69fe-4a70-b219-d94260460edf" providerId="ADAL" clId="{7BE224C0-B654-444E-9919-ED2ADE9C3805}" dt="2024-06-26T17:02:51.658" v="2595" actId="1076"/>
          <ac:spMkLst>
            <pc:docMk/>
            <pc:sldMk cId="1880931994" sldId="282"/>
            <ac:spMk id="9" creationId="{371BC6BD-3AD7-061D-9AF2-A0B87ECE3DFA}"/>
          </ac:spMkLst>
        </pc:spChg>
        <pc:spChg chg="mod topLvl">
          <ac:chgData name="Ben Kelly" userId="c94d8882-69fe-4a70-b219-d94260460edf" providerId="ADAL" clId="{7BE224C0-B654-444E-9919-ED2ADE9C3805}" dt="2024-06-26T17:37:30.397" v="3681" actId="165"/>
          <ac:spMkLst>
            <pc:docMk/>
            <pc:sldMk cId="1880931994" sldId="282"/>
            <ac:spMk id="10" creationId="{AEE773F4-546D-5C37-6CBA-2D536A14A393}"/>
          </ac:spMkLst>
        </pc:spChg>
        <pc:spChg chg="add del mod">
          <ac:chgData name="Ben Kelly" userId="c94d8882-69fe-4a70-b219-d94260460edf" providerId="ADAL" clId="{7BE224C0-B654-444E-9919-ED2ADE9C3805}" dt="2024-06-26T17:10:45.662" v="2993"/>
          <ac:spMkLst>
            <pc:docMk/>
            <pc:sldMk cId="1880931994" sldId="282"/>
            <ac:spMk id="11" creationId="{9AD48D61-E1C1-0131-714E-2EBE676F68B2}"/>
          </ac:spMkLst>
        </pc:spChg>
        <pc:spChg chg="mod topLvl">
          <ac:chgData name="Ben Kelly" userId="c94d8882-69fe-4a70-b219-d94260460edf" providerId="ADAL" clId="{7BE224C0-B654-444E-9919-ED2ADE9C3805}" dt="2024-06-26T17:37:33.481" v="3682" actId="165"/>
          <ac:spMkLst>
            <pc:docMk/>
            <pc:sldMk cId="1880931994" sldId="282"/>
            <ac:spMk id="12" creationId="{23943979-1333-47AD-E78F-064236B37264}"/>
          </ac:spMkLst>
        </pc:spChg>
        <pc:spChg chg="mod">
          <ac:chgData name="Ben Kelly" userId="c94d8882-69fe-4a70-b219-d94260460edf" providerId="ADAL" clId="{7BE224C0-B654-444E-9919-ED2ADE9C3805}" dt="2024-06-26T17:37:42.826" v="3687" actId="1035"/>
          <ac:spMkLst>
            <pc:docMk/>
            <pc:sldMk cId="1880931994" sldId="282"/>
            <ac:spMk id="14" creationId="{862072FD-DCEB-F512-6EF0-89A5E73A89E1}"/>
          </ac:spMkLst>
        </pc:spChg>
        <pc:spChg chg="mod topLvl">
          <ac:chgData name="Ben Kelly" userId="c94d8882-69fe-4a70-b219-d94260460edf" providerId="ADAL" clId="{7BE224C0-B654-444E-9919-ED2ADE9C3805}" dt="2024-06-26T17:37:48.826" v="3692" actId="1035"/>
          <ac:spMkLst>
            <pc:docMk/>
            <pc:sldMk cId="1880931994" sldId="282"/>
            <ac:spMk id="15" creationId="{4927CC2D-B9E9-6D6F-1B44-F3F73002C33B}"/>
          </ac:spMkLst>
        </pc:spChg>
        <pc:spChg chg="mod topLvl">
          <ac:chgData name="Ben Kelly" userId="c94d8882-69fe-4a70-b219-d94260460edf" providerId="ADAL" clId="{7BE224C0-B654-444E-9919-ED2ADE9C3805}" dt="2024-06-26T17:37:48.826" v="3692" actId="1035"/>
          <ac:spMkLst>
            <pc:docMk/>
            <pc:sldMk cId="1880931994" sldId="282"/>
            <ac:spMk id="16" creationId="{5905CE4C-7E15-45BC-63B2-EB57A1F7603E}"/>
          </ac:spMkLst>
        </pc:spChg>
        <pc:spChg chg="mod topLvl">
          <ac:chgData name="Ben Kelly" userId="c94d8882-69fe-4a70-b219-d94260460edf" providerId="ADAL" clId="{7BE224C0-B654-444E-9919-ED2ADE9C3805}" dt="2024-06-26T17:37:48.826" v="3692" actId="1035"/>
          <ac:spMkLst>
            <pc:docMk/>
            <pc:sldMk cId="1880931994" sldId="282"/>
            <ac:spMk id="17" creationId="{411D3EA2-C46D-E988-8CC8-A536D525F5D6}"/>
          </ac:spMkLst>
        </pc:spChg>
        <pc:spChg chg="add mod">
          <ac:chgData name="Ben Kelly" userId="c94d8882-69fe-4a70-b219-d94260460edf" providerId="ADAL" clId="{7BE224C0-B654-444E-9919-ED2ADE9C3805}" dt="2024-06-26T17:04:20.354" v="2599"/>
          <ac:spMkLst>
            <pc:docMk/>
            <pc:sldMk cId="1880931994" sldId="282"/>
            <ac:spMk id="18" creationId="{FD5E41DB-C572-F7D0-C743-467F89FF6D9F}"/>
          </ac:spMkLst>
        </pc:spChg>
        <pc:spChg chg="add mod">
          <ac:chgData name="Ben Kelly" userId="c94d8882-69fe-4a70-b219-d94260460edf" providerId="ADAL" clId="{7BE224C0-B654-444E-9919-ED2ADE9C3805}" dt="2024-06-26T17:04:26.058" v="2600"/>
          <ac:spMkLst>
            <pc:docMk/>
            <pc:sldMk cId="1880931994" sldId="282"/>
            <ac:spMk id="19" creationId="{46F709A7-A1B0-6EE2-4E0B-106B42925C43}"/>
          </ac:spMkLst>
        </pc:spChg>
        <pc:spChg chg="add mod">
          <ac:chgData name="Ben Kelly" userId="c94d8882-69fe-4a70-b219-d94260460edf" providerId="ADAL" clId="{7BE224C0-B654-444E-9919-ED2ADE9C3805}" dt="2024-06-26T17:37:57.952" v="3700" actId="1035"/>
          <ac:spMkLst>
            <pc:docMk/>
            <pc:sldMk cId="1880931994" sldId="282"/>
            <ac:spMk id="20" creationId="{427C73C0-1221-3CE8-6972-350E9E19E76D}"/>
          </ac:spMkLst>
        </pc:spChg>
        <pc:spChg chg="mod">
          <ac:chgData name="Ben Kelly" userId="c94d8882-69fe-4a70-b219-d94260460edf" providerId="ADAL" clId="{7BE224C0-B654-444E-9919-ED2ADE9C3805}" dt="2024-06-26T17:37:42.826" v="3687" actId="1035"/>
          <ac:spMkLst>
            <pc:docMk/>
            <pc:sldMk cId="1880931994" sldId="282"/>
            <ac:spMk id="36" creationId="{A9D805FF-86E4-B61B-8419-7C33F6421587}"/>
          </ac:spMkLst>
        </pc:spChg>
        <pc:grpChg chg="del mod">
          <ac:chgData name="Ben Kelly" userId="c94d8882-69fe-4a70-b219-d94260460edf" providerId="ADAL" clId="{7BE224C0-B654-444E-9919-ED2ADE9C3805}" dt="2024-06-26T17:02:36.282" v="2592" actId="165"/>
          <ac:grpSpMkLst>
            <pc:docMk/>
            <pc:sldMk cId="1880931994" sldId="282"/>
            <ac:grpSpMk id="24" creationId="{A8332D88-5328-DA2F-88F3-CF37F6AA9CAD}"/>
          </ac:grpSpMkLst>
        </pc:grpChg>
        <pc:grpChg chg="del">
          <ac:chgData name="Ben Kelly" userId="c94d8882-69fe-4a70-b219-d94260460edf" providerId="ADAL" clId="{7BE224C0-B654-444E-9919-ED2ADE9C3805}" dt="2024-06-26T17:37:30.397" v="3681" actId="165"/>
          <ac:grpSpMkLst>
            <pc:docMk/>
            <pc:sldMk cId="1880931994" sldId="282"/>
            <ac:grpSpMk id="26" creationId="{103B6798-4764-0199-4C45-FF3146A9BBB8}"/>
          </ac:grpSpMkLst>
        </pc:grpChg>
        <pc:grpChg chg="del">
          <ac:chgData name="Ben Kelly" userId="c94d8882-69fe-4a70-b219-d94260460edf" providerId="ADAL" clId="{7BE224C0-B654-444E-9919-ED2ADE9C3805}" dt="2024-06-26T17:37:33.481" v="3682" actId="165"/>
          <ac:grpSpMkLst>
            <pc:docMk/>
            <pc:sldMk cId="1880931994" sldId="282"/>
            <ac:grpSpMk id="35" creationId="{B6B4E626-C76B-D9B3-2B59-D094F068EA0E}"/>
          </ac:grpSpMkLst>
        </pc:grpChg>
        <pc:graphicFrameChg chg="add del mod">
          <ac:chgData name="Ben Kelly" userId="c94d8882-69fe-4a70-b219-d94260460edf" providerId="ADAL" clId="{7BE224C0-B654-444E-9919-ED2ADE9C3805}" dt="2024-07-04T16:36:02.106" v="11140" actId="478"/>
          <ac:graphicFrameMkLst>
            <pc:docMk/>
            <pc:sldMk cId="1880931994" sldId="282"/>
            <ac:graphicFrameMk id="3" creationId="{0A404AF4-4839-20BC-7036-005D8A4446AA}"/>
          </ac:graphicFrameMkLst>
        </pc:graphicFrameChg>
        <pc:graphicFrameChg chg="del">
          <ac:chgData name="Ben Kelly" userId="c94d8882-69fe-4a70-b219-d94260460edf" providerId="ADAL" clId="{7BE224C0-B654-444E-9919-ED2ADE9C3805}" dt="2024-06-26T17:01:52.628" v="2587" actId="478"/>
          <ac:graphicFrameMkLst>
            <pc:docMk/>
            <pc:sldMk cId="1880931994" sldId="282"/>
            <ac:graphicFrameMk id="13" creationId="{2BF18BE3-4B18-9012-5600-82239831F9BA}"/>
          </ac:graphicFrameMkLst>
        </pc:graphicFrameChg>
        <pc:graphicFrameChg chg="add del mod">
          <ac:chgData name="Ben Kelly" userId="c94d8882-69fe-4a70-b219-d94260460edf" providerId="ADAL" clId="{7BE224C0-B654-444E-9919-ED2ADE9C3805}" dt="2024-07-04T16:12:11.604" v="11062" actId="478"/>
          <ac:graphicFrameMkLst>
            <pc:docMk/>
            <pc:sldMk cId="1880931994" sldId="282"/>
            <ac:graphicFrameMk id="21" creationId="{8FC4739C-4B00-0189-9663-8271E27D755A}"/>
          </ac:graphicFrameMkLst>
        </pc:graphicFrameChg>
        <pc:picChg chg="mod">
          <ac:chgData name="Ben Kelly" userId="c94d8882-69fe-4a70-b219-d94260460edf" providerId="ADAL" clId="{7BE224C0-B654-444E-9919-ED2ADE9C3805}" dt="2024-06-26T17:37:42.826" v="3687" actId="1035"/>
          <ac:picMkLst>
            <pc:docMk/>
            <pc:sldMk cId="1880931994" sldId="282"/>
            <ac:picMk id="23" creationId="{D7B7A9FD-07BF-0669-896C-19990F8C2F89}"/>
          </ac:picMkLst>
        </pc:picChg>
        <pc:picChg chg="mod topLvl">
          <ac:chgData name="Ben Kelly" userId="c94d8882-69fe-4a70-b219-d94260460edf" providerId="ADAL" clId="{7BE224C0-B654-444E-9919-ED2ADE9C3805}" dt="2024-06-26T17:37:48.826" v="3692" actId="1035"/>
          <ac:picMkLst>
            <pc:docMk/>
            <pc:sldMk cId="1880931994" sldId="282"/>
            <ac:picMk id="25" creationId="{3121D717-4592-D28A-5467-77D76C02E7A9}"/>
          </ac:picMkLst>
        </pc:picChg>
        <pc:picChg chg="mod topLvl">
          <ac:chgData name="Ben Kelly" userId="c94d8882-69fe-4a70-b219-d94260460edf" providerId="ADAL" clId="{7BE224C0-B654-444E-9919-ED2ADE9C3805}" dt="2024-06-26T17:37:52.331" v="3697" actId="1035"/>
          <ac:picMkLst>
            <pc:docMk/>
            <pc:sldMk cId="1880931994" sldId="282"/>
            <ac:picMk id="27" creationId="{9CD00CF1-E2F2-5745-FAC5-D8960F0C93D2}"/>
          </ac:picMkLst>
        </pc:picChg>
        <pc:picChg chg="mod topLvl">
          <ac:chgData name="Ben Kelly" userId="c94d8882-69fe-4a70-b219-d94260460edf" providerId="ADAL" clId="{7BE224C0-B654-444E-9919-ED2ADE9C3805}" dt="2024-06-26T17:37:52.331" v="3697" actId="1035"/>
          <ac:picMkLst>
            <pc:docMk/>
            <pc:sldMk cId="1880931994" sldId="282"/>
            <ac:picMk id="29" creationId="{DBA11EA0-A1D5-54E0-572B-6DEB2E36C508}"/>
          </ac:picMkLst>
        </pc:picChg>
      </pc:sldChg>
      <pc:sldChg chg="addSp delSp modSp add del mod modTransition addAnim delAnim modAnim">
        <pc:chgData name="Ben Kelly" userId="c94d8882-69fe-4a70-b219-d94260460edf" providerId="ADAL" clId="{7BE224C0-B654-444E-9919-ED2ADE9C3805}" dt="2024-07-04T17:14:17.112" v="12208" actId="2696"/>
        <pc:sldMkLst>
          <pc:docMk/>
          <pc:sldMk cId="1183665188" sldId="283"/>
        </pc:sldMkLst>
        <pc:spChg chg="mod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2" creationId="{0D074FF6-801B-B575-F90F-002CC249F9FF}"/>
          </ac:spMkLst>
        </pc:spChg>
        <pc:spChg chg="add del mod">
          <ac:chgData name="Ben Kelly" userId="c94d8882-69fe-4a70-b219-d94260460edf" providerId="ADAL" clId="{7BE224C0-B654-444E-9919-ED2ADE9C3805}" dt="2024-07-04T17:14:03.925" v="12206" actId="478"/>
          <ac:spMkLst>
            <pc:docMk/>
            <pc:sldMk cId="1183665188" sldId="283"/>
            <ac:spMk id="3" creationId="{426C6298-80EC-82FE-C4BE-F247E0FA6B8C}"/>
          </ac:spMkLst>
        </pc:spChg>
        <pc:spChg chg="mod">
          <ac:chgData name="Ben Kelly" userId="c94d8882-69fe-4a70-b219-d94260460edf" providerId="ADAL" clId="{7BE224C0-B654-444E-9919-ED2ADE9C3805}" dt="2024-06-26T17:59:47.099" v="4521" actId="20577"/>
          <ac:spMkLst>
            <pc:docMk/>
            <pc:sldMk cId="1183665188" sldId="283"/>
            <ac:spMk id="4" creationId="{092C7915-E202-719E-AFDE-7E1A75711CB6}"/>
          </ac:spMkLst>
        </pc:spChg>
        <pc:spChg chg="add del mod">
          <ac:chgData name="Ben Kelly" userId="c94d8882-69fe-4a70-b219-d94260460edf" providerId="ADAL" clId="{7BE224C0-B654-444E-9919-ED2ADE9C3805}" dt="2024-06-26T17:28:40.894" v="3251" actId="14100"/>
          <ac:spMkLst>
            <pc:docMk/>
            <pc:sldMk cId="1183665188" sldId="283"/>
            <ac:spMk id="9" creationId="{371BC6BD-3AD7-061D-9AF2-A0B87ECE3DFA}"/>
          </ac:spMkLst>
        </pc:spChg>
        <pc:spChg chg="mod topLvl">
          <ac:chgData name="Ben Kelly" userId="c94d8882-69fe-4a70-b219-d94260460edf" providerId="ADAL" clId="{7BE224C0-B654-444E-9919-ED2ADE9C3805}" dt="2024-07-04T17:14:00.612" v="12203" actId="14100"/>
          <ac:spMkLst>
            <pc:docMk/>
            <pc:sldMk cId="1183665188" sldId="283"/>
            <ac:spMk id="10" creationId="{AEE773F4-546D-5C37-6CBA-2D536A14A393}"/>
          </ac:spMkLst>
        </pc:spChg>
        <pc:spChg chg="mod topLvl">
          <ac:chgData name="Ben Kelly" userId="c94d8882-69fe-4a70-b219-d94260460edf" providerId="ADAL" clId="{7BE224C0-B654-444E-9919-ED2ADE9C3805}" dt="2024-06-26T17:38:13.170" v="3703" actId="165"/>
          <ac:spMkLst>
            <pc:docMk/>
            <pc:sldMk cId="1183665188" sldId="283"/>
            <ac:spMk id="12" creationId="{23943979-1333-47AD-E78F-064236B37264}"/>
          </ac:spMkLst>
        </pc:spChg>
        <pc:spChg chg="mod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14" creationId="{862072FD-DCEB-F512-6EF0-89A5E73A89E1}"/>
          </ac:spMkLst>
        </pc:spChg>
        <pc:spChg chg="mod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15" creationId="{4927CC2D-B9E9-6D6F-1B44-F3F73002C33B}"/>
          </ac:spMkLst>
        </pc:spChg>
        <pc:spChg chg="mod topLvl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16" creationId="{5905CE4C-7E15-45BC-63B2-EB57A1F7603E}"/>
          </ac:spMkLst>
        </pc:spChg>
        <pc:spChg chg="mod topLvl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17" creationId="{411D3EA2-C46D-E988-8CC8-A536D525F5D6}"/>
          </ac:spMkLst>
        </pc:spChg>
        <pc:spChg chg="del">
          <ac:chgData name="Ben Kelly" userId="c94d8882-69fe-4a70-b219-d94260460edf" providerId="ADAL" clId="{7BE224C0-B654-444E-9919-ED2ADE9C3805}" dt="2024-06-26T17:28:34.006" v="3250" actId="478"/>
          <ac:spMkLst>
            <pc:docMk/>
            <pc:sldMk cId="1183665188" sldId="283"/>
            <ac:spMk id="20" creationId="{427C73C0-1221-3CE8-6972-350E9E19E76D}"/>
          </ac:spMkLst>
        </pc:spChg>
        <pc:spChg chg="add mod topLvl">
          <ac:chgData name="Ben Kelly" userId="c94d8882-69fe-4a70-b219-d94260460edf" providerId="ADAL" clId="{7BE224C0-B654-444E-9919-ED2ADE9C3805}" dt="2024-06-26T17:44:01.870" v="3756" actId="164"/>
          <ac:spMkLst>
            <pc:docMk/>
            <pc:sldMk cId="1183665188" sldId="283"/>
            <ac:spMk id="22" creationId="{909BCD8E-D258-5B6A-7AAD-FBBD427ACA46}"/>
          </ac:spMkLst>
        </pc:spChg>
        <pc:spChg chg="mod">
          <ac:chgData name="Ben Kelly" userId="c94d8882-69fe-4a70-b219-d94260460edf" providerId="ADAL" clId="{7BE224C0-B654-444E-9919-ED2ADE9C3805}" dt="2024-06-26T17:38:23.844" v="3708" actId="1035"/>
          <ac:spMkLst>
            <pc:docMk/>
            <pc:sldMk cId="1183665188" sldId="283"/>
            <ac:spMk id="36" creationId="{A9D805FF-86E4-B61B-8419-7C33F6421587}"/>
          </ac:spMkLst>
        </pc:spChg>
        <pc:grpChg chg="add del mod">
          <ac:chgData name="Ben Kelly" userId="c94d8882-69fe-4a70-b219-d94260460edf" providerId="ADAL" clId="{7BE224C0-B654-444E-9919-ED2ADE9C3805}" dt="2024-06-26T17:43:50.737" v="3753" actId="165"/>
          <ac:grpSpMkLst>
            <pc:docMk/>
            <pc:sldMk cId="1183665188" sldId="283"/>
            <ac:grpSpMk id="24" creationId="{480C6FC3-FC13-2640-4B13-949A1D32999C}"/>
          </ac:grpSpMkLst>
        </pc:grpChg>
        <pc:grpChg chg="del">
          <ac:chgData name="Ben Kelly" userId="c94d8882-69fe-4a70-b219-d94260460edf" providerId="ADAL" clId="{7BE224C0-B654-444E-9919-ED2ADE9C3805}" dt="2024-06-26T17:29:05.816" v="3253" actId="165"/>
          <ac:grpSpMkLst>
            <pc:docMk/>
            <pc:sldMk cId="1183665188" sldId="283"/>
            <ac:grpSpMk id="26" creationId="{103B6798-4764-0199-4C45-FF3146A9BBB8}"/>
          </ac:grpSpMkLst>
        </pc:grpChg>
        <pc:grpChg chg="add del mod">
          <ac:chgData name="Ben Kelly" userId="c94d8882-69fe-4a70-b219-d94260460edf" providerId="ADAL" clId="{7BE224C0-B654-444E-9919-ED2ADE9C3805}" dt="2024-06-26T17:44:44.789" v="3768" actId="478"/>
          <ac:grpSpMkLst>
            <pc:docMk/>
            <pc:sldMk cId="1183665188" sldId="283"/>
            <ac:grpSpMk id="28" creationId="{33C7F698-8B0D-4616-5C30-E5A547BF205D}"/>
          </ac:grpSpMkLst>
        </pc:grpChg>
        <pc:grpChg chg="del">
          <ac:chgData name="Ben Kelly" userId="c94d8882-69fe-4a70-b219-d94260460edf" providerId="ADAL" clId="{7BE224C0-B654-444E-9919-ED2ADE9C3805}" dt="2024-06-26T17:38:13.170" v="3703" actId="165"/>
          <ac:grpSpMkLst>
            <pc:docMk/>
            <pc:sldMk cId="1183665188" sldId="283"/>
            <ac:grpSpMk id="35" creationId="{B6B4E626-C76B-D9B3-2B59-D094F068EA0E}"/>
          </ac:grpSpMkLst>
        </pc:grpChg>
        <pc:graphicFrameChg chg="del">
          <ac:chgData name="Ben Kelly" userId="c94d8882-69fe-4a70-b219-d94260460edf" providerId="ADAL" clId="{7BE224C0-B654-444E-9919-ED2ADE9C3805}" dt="2024-06-26T17:28:28.576" v="3247" actId="478"/>
          <ac:graphicFrameMkLst>
            <pc:docMk/>
            <pc:sldMk cId="1183665188" sldId="283"/>
            <ac:graphicFrameMk id="21" creationId="{8FC4739C-4B00-0189-9663-8271E27D755A}"/>
          </ac:graphicFrameMkLst>
        </pc:graphicFrameChg>
        <pc:picChg chg="add del mod">
          <ac:chgData name="Ben Kelly" userId="c94d8882-69fe-4a70-b219-d94260460edf" providerId="ADAL" clId="{7BE224C0-B654-444E-9919-ED2ADE9C3805}" dt="2024-07-04T17:14:02.992" v="12204" actId="478"/>
          <ac:picMkLst>
            <pc:docMk/>
            <pc:sldMk cId="1183665188" sldId="283"/>
            <ac:picMk id="11" creationId="{50F4B588-8A8F-F1B0-77B1-DD15C24CB834}"/>
          </ac:picMkLst>
        </pc:picChg>
        <pc:picChg chg="add del mod">
          <ac:chgData name="Ben Kelly" userId="c94d8882-69fe-4a70-b219-d94260460edf" providerId="ADAL" clId="{7BE224C0-B654-444E-9919-ED2ADE9C3805}" dt="2024-06-26T17:39:20.751" v="3721" actId="478"/>
          <ac:picMkLst>
            <pc:docMk/>
            <pc:sldMk cId="1183665188" sldId="283"/>
            <ac:picMk id="11" creationId="{CFB7CAD5-C12F-B714-B59C-18C9382EAE51}"/>
          </ac:picMkLst>
        </pc:picChg>
        <pc:picChg chg="add del mod">
          <ac:chgData name="Ben Kelly" userId="c94d8882-69fe-4a70-b219-d94260460edf" providerId="ADAL" clId="{7BE224C0-B654-444E-9919-ED2ADE9C3805}" dt="2024-06-26T17:39:33.393" v="3726" actId="478"/>
          <ac:picMkLst>
            <pc:docMk/>
            <pc:sldMk cId="1183665188" sldId="283"/>
            <ac:picMk id="13" creationId="{BCB19833-6AD3-FEFB-F975-00A9EB92FB66}"/>
          </ac:picMkLst>
        </pc:picChg>
        <pc:picChg chg="add mod topLvl">
          <ac:chgData name="Ben Kelly" userId="c94d8882-69fe-4a70-b219-d94260460edf" providerId="ADAL" clId="{7BE224C0-B654-444E-9919-ED2ADE9C3805}" dt="2024-06-26T17:44:01.870" v="3756" actId="164"/>
          <ac:picMkLst>
            <pc:docMk/>
            <pc:sldMk cId="1183665188" sldId="283"/>
            <ac:picMk id="19" creationId="{F8866BAC-F9BF-3367-594B-E1D64B6DC755}"/>
          </ac:picMkLst>
        </pc:picChg>
        <pc:picChg chg="mod">
          <ac:chgData name="Ben Kelly" userId="c94d8882-69fe-4a70-b219-d94260460edf" providerId="ADAL" clId="{7BE224C0-B654-444E-9919-ED2ADE9C3805}" dt="2024-06-26T17:38:23.844" v="3708" actId="1035"/>
          <ac:picMkLst>
            <pc:docMk/>
            <pc:sldMk cId="1183665188" sldId="283"/>
            <ac:picMk id="23" creationId="{D7B7A9FD-07BF-0669-896C-19990F8C2F89}"/>
          </ac:picMkLst>
        </pc:picChg>
        <pc:picChg chg="mod">
          <ac:chgData name="Ben Kelly" userId="c94d8882-69fe-4a70-b219-d94260460edf" providerId="ADAL" clId="{7BE224C0-B654-444E-9919-ED2ADE9C3805}" dt="2024-06-26T17:38:23.844" v="3708" actId="1035"/>
          <ac:picMkLst>
            <pc:docMk/>
            <pc:sldMk cId="1183665188" sldId="283"/>
            <ac:picMk id="25" creationId="{3121D717-4592-D28A-5467-77D76C02E7A9}"/>
          </ac:picMkLst>
        </pc:picChg>
        <pc:picChg chg="mod topLvl">
          <ac:chgData name="Ben Kelly" userId="c94d8882-69fe-4a70-b219-d94260460edf" providerId="ADAL" clId="{7BE224C0-B654-444E-9919-ED2ADE9C3805}" dt="2024-06-26T17:38:23.844" v="3708" actId="1035"/>
          <ac:picMkLst>
            <pc:docMk/>
            <pc:sldMk cId="1183665188" sldId="283"/>
            <ac:picMk id="27" creationId="{9CD00CF1-E2F2-5745-FAC5-D8960F0C93D2}"/>
          </ac:picMkLst>
        </pc:picChg>
        <pc:picChg chg="mod topLvl">
          <ac:chgData name="Ben Kelly" userId="c94d8882-69fe-4a70-b219-d94260460edf" providerId="ADAL" clId="{7BE224C0-B654-444E-9919-ED2ADE9C3805}" dt="2024-06-26T17:38:23.844" v="3708" actId="1035"/>
          <ac:picMkLst>
            <pc:docMk/>
            <pc:sldMk cId="1183665188" sldId="283"/>
            <ac:picMk id="29" creationId="{DBA11EA0-A1D5-54E0-572B-6DEB2E36C508}"/>
          </ac:picMkLst>
        </pc:picChg>
        <pc:picChg chg="add del mod">
          <ac:chgData name="Ben Kelly" userId="c94d8882-69fe-4a70-b219-d94260460edf" providerId="ADAL" clId="{7BE224C0-B654-444E-9919-ED2ADE9C3805}" dt="2024-07-04T17:14:03.533" v="12205" actId="478"/>
          <ac:picMkLst>
            <pc:docMk/>
            <pc:sldMk cId="1183665188" sldId="283"/>
            <ac:picMk id="30" creationId="{8C0C759E-1032-895C-8C7E-88598E928905}"/>
          </ac:picMkLst>
        </pc:picChg>
      </pc:sldChg>
      <pc:sldChg chg="addSp delSp modSp add del mod modTransition modAnim">
        <pc:chgData name="Ben Kelly" userId="c94d8882-69fe-4a70-b219-d94260460edf" providerId="ADAL" clId="{7BE224C0-B654-444E-9919-ED2ADE9C3805}" dt="2024-07-04T17:15:31.925" v="12226" actId="2696"/>
        <pc:sldMkLst>
          <pc:docMk/>
          <pc:sldMk cId="676029178" sldId="284"/>
        </pc:sldMkLst>
        <pc:spChg chg="del">
          <ac:chgData name="Ben Kelly" userId="c94d8882-69fe-4a70-b219-d94260460edf" providerId="ADAL" clId="{7BE224C0-B654-444E-9919-ED2ADE9C3805}" dt="2024-06-26T17:45:19.657" v="3774" actId="478"/>
          <ac:spMkLst>
            <pc:docMk/>
            <pc:sldMk cId="676029178" sldId="284"/>
            <ac:spMk id="3" creationId="{426C6298-80EC-82FE-C4BE-F247E0FA6B8C}"/>
          </ac:spMkLst>
        </pc:spChg>
        <pc:spChg chg="mod">
          <ac:chgData name="Ben Kelly" userId="c94d8882-69fe-4a70-b219-d94260460edf" providerId="ADAL" clId="{7BE224C0-B654-444E-9919-ED2ADE9C3805}" dt="2024-06-26T17:59:43.373" v="4519" actId="20577"/>
          <ac:spMkLst>
            <pc:docMk/>
            <pc:sldMk cId="676029178" sldId="284"/>
            <ac:spMk id="4" creationId="{092C7915-E202-719E-AFDE-7E1A75711CB6}"/>
          </ac:spMkLst>
        </pc:spChg>
        <pc:spChg chg="add del">
          <ac:chgData name="Ben Kelly" userId="c94d8882-69fe-4a70-b219-d94260460edf" providerId="ADAL" clId="{7BE224C0-B654-444E-9919-ED2ADE9C3805}" dt="2024-07-04T17:09:07.864" v="12159" actId="478"/>
          <ac:spMkLst>
            <pc:docMk/>
            <pc:sldMk cId="676029178" sldId="284"/>
            <ac:spMk id="8" creationId="{079F255F-1644-0F19-4550-382C16DFD5DC}"/>
          </ac:spMkLst>
        </pc:spChg>
        <pc:spChg chg="mod">
          <ac:chgData name="Ben Kelly" userId="c94d8882-69fe-4a70-b219-d94260460edf" providerId="ADAL" clId="{7BE224C0-B654-444E-9919-ED2ADE9C3805}" dt="2024-06-26T17:45:28.551" v="3776" actId="14100"/>
          <ac:spMkLst>
            <pc:docMk/>
            <pc:sldMk cId="676029178" sldId="284"/>
            <ac:spMk id="10" creationId="{AEE773F4-546D-5C37-6CBA-2D536A14A393}"/>
          </ac:spMkLst>
        </pc:spChg>
        <pc:spChg chg="add mod">
          <ac:chgData name="Ben Kelly" userId="c94d8882-69fe-4a70-b219-d94260460edf" providerId="ADAL" clId="{7BE224C0-B654-444E-9919-ED2ADE9C3805}" dt="2024-07-02T22:35:21.842" v="9302" actId="20577"/>
          <ac:spMkLst>
            <pc:docMk/>
            <pc:sldMk cId="676029178" sldId="284"/>
            <ac:spMk id="11" creationId="{3DB07BE3-563B-4D93-EE28-63B3D816939D}"/>
          </ac:spMkLst>
        </pc:spChg>
        <pc:spChg chg="mod">
          <ac:chgData name="Ben Kelly" userId="c94d8882-69fe-4a70-b219-d94260460edf" providerId="ADAL" clId="{7BE224C0-B654-444E-9919-ED2ADE9C3805}" dt="2024-06-26T17:46:07.769" v="3781" actId="14100"/>
          <ac:spMkLst>
            <pc:docMk/>
            <pc:sldMk cId="676029178" sldId="284"/>
            <ac:spMk id="12" creationId="{23943979-1333-47AD-E78F-064236B37264}"/>
          </ac:spMkLst>
        </pc:spChg>
        <pc:spChg chg="add del">
          <ac:chgData name="Ben Kelly" userId="c94d8882-69fe-4a70-b219-d94260460edf" providerId="ADAL" clId="{7BE224C0-B654-444E-9919-ED2ADE9C3805}" dt="2024-07-04T17:09:06.983" v="12157" actId="478"/>
          <ac:spMkLst>
            <pc:docMk/>
            <pc:sldMk cId="676029178" sldId="284"/>
            <ac:spMk id="14" creationId="{862072FD-DCEB-F512-6EF0-89A5E73A89E1}"/>
          </ac:spMkLst>
        </pc:spChg>
        <pc:spChg chg="mod">
          <ac:chgData name="Ben Kelly" userId="c94d8882-69fe-4a70-b219-d94260460edf" providerId="ADAL" clId="{7BE224C0-B654-444E-9919-ED2ADE9C3805}" dt="2024-06-26T17:45:56.245" v="3778" actId="1076"/>
          <ac:spMkLst>
            <pc:docMk/>
            <pc:sldMk cId="676029178" sldId="284"/>
            <ac:spMk id="16" creationId="{5905CE4C-7E15-45BC-63B2-EB57A1F7603E}"/>
          </ac:spMkLst>
        </pc:spChg>
        <pc:spChg chg="mod">
          <ac:chgData name="Ben Kelly" userId="c94d8882-69fe-4a70-b219-d94260460edf" providerId="ADAL" clId="{7BE224C0-B654-444E-9919-ED2ADE9C3805}" dt="2024-06-26T17:46:14.895" v="3782" actId="1076"/>
          <ac:spMkLst>
            <pc:docMk/>
            <pc:sldMk cId="676029178" sldId="284"/>
            <ac:spMk id="17" creationId="{411D3EA2-C46D-E988-8CC8-A536D525F5D6}"/>
          </ac:spMkLst>
        </pc:spChg>
        <pc:spChg chg="add mod">
          <ac:chgData name="Ben Kelly" userId="c94d8882-69fe-4a70-b219-d94260460edf" providerId="ADAL" clId="{7BE224C0-B654-444E-9919-ED2ADE9C3805}" dt="2024-07-04T11:29:57.832" v="10250" actId="1035"/>
          <ac:spMkLst>
            <pc:docMk/>
            <pc:sldMk cId="676029178" sldId="284"/>
            <ac:spMk id="18" creationId="{AB742CD8-A0B5-08F2-1F8B-9A8ED271BF4F}"/>
          </ac:spMkLst>
        </pc:spChg>
        <pc:spChg chg="add mod">
          <ac:chgData name="Ben Kelly" userId="c94d8882-69fe-4a70-b219-d94260460edf" providerId="ADAL" clId="{7BE224C0-B654-444E-9919-ED2ADE9C3805}" dt="2024-06-26T17:53:15.391" v="4197" actId="164"/>
          <ac:spMkLst>
            <pc:docMk/>
            <pc:sldMk cId="676029178" sldId="284"/>
            <ac:spMk id="19" creationId="{E3FFF53B-6A5C-04BD-0731-950A48F738A1}"/>
          </ac:spMkLst>
        </pc:spChg>
        <pc:grpChg chg="add del mod">
          <ac:chgData name="Ben Kelly" userId="c94d8882-69fe-4a70-b219-d94260460edf" providerId="ADAL" clId="{7BE224C0-B654-444E-9919-ED2ADE9C3805}" dt="2024-06-26T17:53:42.667" v="4205" actId="478"/>
          <ac:grpSpMkLst>
            <pc:docMk/>
            <pc:sldMk cId="676029178" sldId="284"/>
            <ac:grpSpMk id="20" creationId="{7A0110B1-1E46-9C0B-3879-1EE2A8F8BFA7}"/>
          </ac:grpSpMkLst>
        </pc:grpChg>
        <pc:graphicFrameChg chg="add mod">
          <ac:chgData name="Ben Kelly" userId="c94d8882-69fe-4a70-b219-d94260460edf" providerId="ADAL" clId="{7BE224C0-B654-444E-9919-ED2ADE9C3805}" dt="2024-07-04T11:26:12.947" v="10221"/>
          <ac:graphicFrameMkLst>
            <pc:docMk/>
            <pc:sldMk cId="676029178" sldId="284"/>
            <ac:graphicFrameMk id="3" creationId="{6C68F995-63C2-BF27-FB8E-0BD671BB8640}"/>
          </ac:graphicFrameMkLst>
        </pc:graphicFrameChg>
        <pc:picChg chg="add mod">
          <ac:chgData name="Ben Kelly" userId="c94d8882-69fe-4a70-b219-d94260460edf" providerId="ADAL" clId="{7BE224C0-B654-444E-9919-ED2ADE9C3805}" dt="2024-06-26T17:53:15.391" v="4197" actId="164"/>
          <ac:picMkLst>
            <pc:docMk/>
            <pc:sldMk cId="676029178" sldId="284"/>
            <ac:picMk id="18" creationId="{DBFF5D5D-7268-CE87-43A1-0CEAD23D94FF}"/>
          </ac:picMkLst>
        </pc:picChg>
        <pc:picChg chg="add del">
          <ac:chgData name="Ben Kelly" userId="c94d8882-69fe-4a70-b219-d94260460edf" providerId="ADAL" clId="{7BE224C0-B654-444E-9919-ED2ADE9C3805}" dt="2024-07-04T17:09:07.509" v="12158" actId="478"/>
          <ac:picMkLst>
            <pc:docMk/>
            <pc:sldMk cId="676029178" sldId="284"/>
            <ac:picMk id="23" creationId="{D7B7A9FD-07BF-0669-896C-19990F8C2F89}"/>
          </ac:picMkLst>
        </pc:picChg>
        <pc:picChg chg="mod">
          <ac:chgData name="Ben Kelly" userId="c94d8882-69fe-4a70-b219-d94260460edf" providerId="ADAL" clId="{7BE224C0-B654-444E-9919-ED2ADE9C3805}" dt="2024-06-26T17:45:56.245" v="3778" actId="1076"/>
          <ac:picMkLst>
            <pc:docMk/>
            <pc:sldMk cId="676029178" sldId="284"/>
            <ac:picMk id="27" creationId="{9CD00CF1-E2F2-5745-FAC5-D8960F0C93D2}"/>
          </ac:picMkLst>
        </pc:picChg>
        <pc:picChg chg="mod">
          <ac:chgData name="Ben Kelly" userId="c94d8882-69fe-4a70-b219-d94260460edf" providerId="ADAL" clId="{7BE224C0-B654-444E-9919-ED2ADE9C3805}" dt="2024-06-26T17:46:14.895" v="3782" actId="1076"/>
          <ac:picMkLst>
            <pc:docMk/>
            <pc:sldMk cId="676029178" sldId="284"/>
            <ac:picMk id="29" creationId="{DBA11EA0-A1D5-54E0-572B-6DEB2E36C508}"/>
          </ac:picMkLst>
        </pc:picChg>
        <pc:picChg chg="del">
          <ac:chgData name="Ben Kelly" userId="c94d8882-69fe-4a70-b219-d94260460edf" providerId="ADAL" clId="{7BE224C0-B654-444E-9919-ED2ADE9C3805}" dt="2024-06-26T17:45:20.761" v="3775" actId="478"/>
          <ac:picMkLst>
            <pc:docMk/>
            <pc:sldMk cId="676029178" sldId="284"/>
            <ac:picMk id="30" creationId="{8C0C759E-1032-895C-8C7E-88598E928905}"/>
          </ac:picMkLst>
        </pc:picChg>
      </pc:sldChg>
      <pc:sldChg chg="add del ord modTransition">
        <pc:chgData name="Ben Kelly" userId="c94d8882-69fe-4a70-b219-d94260460edf" providerId="ADAL" clId="{7BE224C0-B654-444E-9919-ED2ADE9C3805}" dt="2024-07-04T17:08:30.155" v="12153" actId="2696"/>
        <pc:sldMkLst>
          <pc:docMk/>
          <pc:sldMk cId="3299645350" sldId="285"/>
        </pc:sldMkLst>
      </pc:sldChg>
      <pc:sldChg chg="addSp delSp modSp add mod modTransition">
        <pc:chgData name="Ben Kelly" userId="c94d8882-69fe-4a70-b219-d94260460edf" providerId="ADAL" clId="{7BE224C0-B654-444E-9919-ED2ADE9C3805}" dt="2024-07-04T17:29:45.113" v="12378" actId="114"/>
        <pc:sldMkLst>
          <pc:docMk/>
          <pc:sldMk cId="773401004" sldId="286"/>
        </pc:sldMkLst>
        <pc:spChg chg="mod">
          <ac:chgData name="Ben Kelly" userId="c94d8882-69fe-4a70-b219-d94260460edf" providerId="ADAL" clId="{7BE224C0-B654-444E-9919-ED2ADE9C3805}" dt="2024-07-04T15:52:11.498" v="10968" actId="1076"/>
          <ac:spMkLst>
            <pc:docMk/>
            <pc:sldMk cId="773401004" sldId="286"/>
            <ac:spMk id="2" creationId="{0D074FF6-801B-B575-F90F-002CC249F9FF}"/>
          </ac:spMkLst>
        </pc:spChg>
        <pc:spChg chg="mod ord topLvl">
          <ac:chgData name="Ben Kelly" userId="c94d8882-69fe-4a70-b219-d94260460edf" providerId="ADAL" clId="{7BE224C0-B654-444E-9919-ED2ADE9C3805}" dt="2024-07-04T15:51:45.289" v="10967" actId="171"/>
          <ac:spMkLst>
            <pc:docMk/>
            <pc:sldMk cId="773401004" sldId="286"/>
            <ac:spMk id="7" creationId="{B88D05AE-DB31-D5AD-85D2-1D8BB7FC04D3}"/>
          </ac:spMkLst>
        </pc:spChg>
        <pc:spChg chg="del">
          <ac:chgData name="Ben Kelly" userId="c94d8882-69fe-4a70-b219-d94260460edf" providerId="ADAL" clId="{7BE224C0-B654-444E-9919-ED2ADE9C3805}" dt="2024-07-04T15:46:27.981" v="10916" actId="478"/>
          <ac:spMkLst>
            <pc:docMk/>
            <pc:sldMk cId="773401004" sldId="286"/>
            <ac:spMk id="8" creationId="{079F255F-1644-0F19-4550-382C16DFD5DC}"/>
          </ac:spMkLst>
        </pc:spChg>
        <pc:spChg chg="mod ord topLvl">
          <ac:chgData name="Ben Kelly" userId="c94d8882-69fe-4a70-b219-d94260460edf" providerId="ADAL" clId="{7BE224C0-B654-444E-9919-ED2ADE9C3805}" dt="2024-07-04T15:51:26.923" v="10959" actId="167"/>
          <ac:spMkLst>
            <pc:docMk/>
            <pc:sldMk cId="773401004" sldId="286"/>
            <ac:spMk id="9" creationId="{371BC6BD-3AD7-061D-9AF2-A0B87ECE3DFA}"/>
          </ac:spMkLst>
        </pc:spChg>
        <pc:spChg chg="mod ord topLvl">
          <ac:chgData name="Ben Kelly" userId="c94d8882-69fe-4a70-b219-d94260460edf" providerId="ADAL" clId="{7BE224C0-B654-444E-9919-ED2ADE9C3805}" dt="2024-07-04T15:51:28.956" v="10960" actId="167"/>
          <ac:spMkLst>
            <pc:docMk/>
            <pc:sldMk cId="773401004" sldId="286"/>
            <ac:spMk id="10" creationId="{AEE773F4-546D-5C37-6CBA-2D536A14A393}"/>
          </ac:spMkLst>
        </pc:spChg>
        <pc:spChg chg="mod ord topLvl">
          <ac:chgData name="Ben Kelly" userId="c94d8882-69fe-4a70-b219-d94260460edf" providerId="ADAL" clId="{7BE224C0-B654-444E-9919-ED2ADE9C3805}" dt="2024-07-04T15:51:31.179" v="10961" actId="167"/>
          <ac:spMkLst>
            <pc:docMk/>
            <pc:sldMk cId="773401004" sldId="286"/>
            <ac:spMk id="12" creationId="{23943979-1333-47AD-E78F-064236B37264}"/>
          </ac:spMkLst>
        </pc:spChg>
        <pc:spChg chg="del">
          <ac:chgData name="Ben Kelly" userId="c94d8882-69fe-4a70-b219-d94260460edf" providerId="ADAL" clId="{7BE224C0-B654-444E-9919-ED2ADE9C3805}" dt="2024-07-04T15:46:25.765" v="10915" actId="478"/>
          <ac:spMkLst>
            <pc:docMk/>
            <pc:sldMk cId="773401004" sldId="286"/>
            <ac:spMk id="14" creationId="{862072FD-DCEB-F512-6EF0-89A5E73A89E1}"/>
          </ac:spMkLst>
        </pc:spChg>
        <pc:spChg chg="mod">
          <ac:chgData name="Ben Kelly" userId="c94d8882-69fe-4a70-b219-d94260460edf" providerId="ADAL" clId="{7BE224C0-B654-444E-9919-ED2ADE9C3805}" dt="2024-07-04T15:48:54.098" v="10942" actId="1076"/>
          <ac:spMkLst>
            <pc:docMk/>
            <pc:sldMk cId="773401004" sldId="286"/>
            <ac:spMk id="15" creationId="{4927CC2D-B9E9-6D6F-1B44-F3F73002C33B}"/>
          </ac:spMkLst>
        </pc:spChg>
        <pc:spChg chg="mod">
          <ac:chgData name="Ben Kelly" userId="c94d8882-69fe-4a70-b219-d94260460edf" providerId="ADAL" clId="{7BE224C0-B654-444E-9919-ED2ADE9C3805}" dt="2024-07-04T15:51:12.385" v="10958" actId="1076"/>
          <ac:spMkLst>
            <pc:docMk/>
            <pc:sldMk cId="773401004" sldId="286"/>
            <ac:spMk id="16" creationId="{5905CE4C-7E15-45BC-63B2-EB57A1F7603E}"/>
          </ac:spMkLst>
        </pc:spChg>
        <pc:spChg chg="mod">
          <ac:chgData name="Ben Kelly" userId="c94d8882-69fe-4a70-b219-d94260460edf" providerId="ADAL" clId="{7BE224C0-B654-444E-9919-ED2ADE9C3805}" dt="2024-07-04T17:29:45.113" v="12378" actId="114"/>
          <ac:spMkLst>
            <pc:docMk/>
            <pc:sldMk cId="773401004" sldId="286"/>
            <ac:spMk id="17" creationId="{411D3EA2-C46D-E988-8CC8-A536D525F5D6}"/>
          </ac:spMkLst>
        </pc:spChg>
        <pc:spChg chg="mod">
          <ac:chgData name="Ben Kelly" userId="c94d8882-69fe-4a70-b219-d94260460edf" providerId="ADAL" clId="{7BE224C0-B654-444E-9919-ED2ADE9C3805}" dt="2024-07-04T15:52:11.498" v="10968" actId="1076"/>
          <ac:spMkLst>
            <pc:docMk/>
            <pc:sldMk cId="773401004" sldId="286"/>
            <ac:spMk id="36" creationId="{A9D805FF-86E4-B61B-8419-7C33F6421587}"/>
          </ac:spMkLst>
        </pc:spChg>
        <pc:grpChg chg="add del mod">
          <ac:chgData name="Ben Kelly" userId="c94d8882-69fe-4a70-b219-d94260460edf" providerId="ADAL" clId="{7BE224C0-B654-444E-9919-ED2ADE9C3805}" dt="2024-07-04T15:48:14.783" v="10937" actId="165"/>
          <ac:grpSpMkLst>
            <pc:docMk/>
            <pc:sldMk cId="773401004" sldId="286"/>
            <ac:grpSpMk id="3" creationId="{DAEF55B7-A954-D64C-222E-46AF466CAC11}"/>
          </ac:grpSpMkLst>
        </pc:grpChg>
        <pc:picChg chg="del">
          <ac:chgData name="Ben Kelly" userId="c94d8882-69fe-4a70-b219-d94260460edf" providerId="ADAL" clId="{7BE224C0-B654-444E-9919-ED2ADE9C3805}" dt="2024-07-04T15:46:23.394" v="10914" actId="478"/>
          <ac:picMkLst>
            <pc:docMk/>
            <pc:sldMk cId="773401004" sldId="286"/>
            <ac:picMk id="23" creationId="{D7B7A9FD-07BF-0669-896C-19990F8C2F89}"/>
          </ac:picMkLst>
        </pc:picChg>
        <pc:picChg chg="mod">
          <ac:chgData name="Ben Kelly" userId="c94d8882-69fe-4a70-b219-d94260460edf" providerId="ADAL" clId="{7BE224C0-B654-444E-9919-ED2ADE9C3805}" dt="2024-07-04T15:48:54.098" v="10942" actId="1076"/>
          <ac:picMkLst>
            <pc:docMk/>
            <pc:sldMk cId="773401004" sldId="286"/>
            <ac:picMk id="25" creationId="{3121D717-4592-D28A-5467-77D76C02E7A9}"/>
          </ac:picMkLst>
        </pc:picChg>
        <pc:picChg chg="mod">
          <ac:chgData name="Ben Kelly" userId="c94d8882-69fe-4a70-b219-d94260460edf" providerId="ADAL" clId="{7BE224C0-B654-444E-9919-ED2ADE9C3805}" dt="2024-07-04T15:51:12.385" v="10958" actId="1076"/>
          <ac:picMkLst>
            <pc:docMk/>
            <pc:sldMk cId="773401004" sldId="286"/>
            <ac:picMk id="27" creationId="{9CD00CF1-E2F2-5745-FAC5-D8960F0C93D2}"/>
          </ac:picMkLst>
        </pc:picChg>
        <pc:picChg chg="mod">
          <ac:chgData name="Ben Kelly" userId="c94d8882-69fe-4a70-b219-d94260460edf" providerId="ADAL" clId="{7BE224C0-B654-444E-9919-ED2ADE9C3805}" dt="2024-07-04T15:50:44.307" v="10957" actId="1076"/>
          <ac:picMkLst>
            <pc:docMk/>
            <pc:sldMk cId="773401004" sldId="286"/>
            <ac:picMk id="29" creationId="{DBA11EA0-A1D5-54E0-572B-6DEB2E36C508}"/>
          </ac:picMkLst>
        </pc:picChg>
      </pc:sldChg>
      <pc:sldChg chg="addSp delSp modSp add mod ord modTransition modAnim">
        <pc:chgData name="Ben Kelly" userId="c94d8882-69fe-4a70-b219-d94260460edf" providerId="ADAL" clId="{7BE224C0-B654-444E-9919-ED2ADE9C3805}" dt="2024-07-04T17:16:48.033" v="12228"/>
        <pc:sldMkLst>
          <pc:docMk/>
          <pc:sldMk cId="438813739" sldId="287"/>
        </pc:sldMkLst>
        <pc:spChg chg="mod">
          <ac:chgData name="Ben Kelly" userId="c94d8882-69fe-4a70-b219-d94260460edf" providerId="ADAL" clId="{7BE224C0-B654-444E-9919-ED2ADE9C3805}" dt="2024-07-04T11:36:13.658" v="10293" actId="207"/>
          <ac:spMkLst>
            <pc:docMk/>
            <pc:sldMk cId="438813739" sldId="287"/>
            <ac:spMk id="2" creationId="{15B805B8-6236-87E9-67D9-7DD20D98F20F}"/>
          </ac:spMkLst>
        </pc:spChg>
        <pc:spChg chg="add del mod">
          <ac:chgData name="Ben Kelly" userId="c94d8882-69fe-4a70-b219-d94260460edf" providerId="ADAL" clId="{7BE224C0-B654-444E-9919-ED2ADE9C3805}" dt="2024-07-03T10:14:43.170" v="9643" actId="478"/>
          <ac:spMkLst>
            <pc:docMk/>
            <pc:sldMk cId="438813739" sldId="287"/>
            <ac:spMk id="3" creationId="{436A9AC6-E9A2-5807-4A25-EDE450A59BFF}"/>
          </ac:spMkLst>
        </pc:spChg>
        <pc:spChg chg="del">
          <ac:chgData name="Ben Kelly" userId="c94d8882-69fe-4a70-b219-d94260460edf" providerId="ADAL" clId="{7BE224C0-B654-444E-9919-ED2ADE9C3805}" dt="2024-06-27T08:36:23.140" v="8787" actId="478"/>
          <ac:spMkLst>
            <pc:docMk/>
            <pc:sldMk cId="438813739" sldId="287"/>
            <ac:spMk id="3" creationId="{DBA0C0EE-DE3F-57DE-7483-CC9F88CA277E}"/>
          </ac:spMkLst>
        </pc:spChg>
        <pc:spChg chg="add mod">
          <ac:chgData name="Ben Kelly" userId="c94d8882-69fe-4a70-b219-d94260460edf" providerId="ADAL" clId="{7BE224C0-B654-444E-9919-ED2ADE9C3805}" dt="2024-07-04T11:36:20.668" v="10295" actId="207"/>
          <ac:spMkLst>
            <pc:docMk/>
            <pc:sldMk cId="438813739" sldId="287"/>
            <ac:spMk id="5" creationId="{2F72F075-23FC-01BD-7992-520AFE38E117}"/>
          </ac:spMkLst>
        </pc:spChg>
        <pc:spChg chg="add mod">
          <ac:chgData name="Ben Kelly" userId="c94d8882-69fe-4a70-b219-d94260460edf" providerId="ADAL" clId="{7BE224C0-B654-444E-9919-ED2ADE9C3805}" dt="2024-07-04T11:36:17.657" v="10294" actId="207"/>
          <ac:spMkLst>
            <pc:docMk/>
            <pc:sldMk cId="438813739" sldId="287"/>
            <ac:spMk id="7" creationId="{B03C4787-BFFD-A769-7A46-0D6039FA4E24}"/>
          </ac:spMkLst>
        </pc:spChg>
        <pc:spChg chg="del">
          <ac:chgData name="Ben Kelly" userId="c94d8882-69fe-4a70-b219-d94260460edf" providerId="ADAL" clId="{7BE224C0-B654-444E-9919-ED2ADE9C3805}" dt="2024-06-27T08:36:17.603" v="8783" actId="478"/>
          <ac:spMkLst>
            <pc:docMk/>
            <pc:sldMk cId="438813739" sldId="287"/>
            <ac:spMk id="8" creationId="{E3B04FA7-2ED5-2C2D-BE0C-8F358C8B7B38}"/>
          </ac:spMkLst>
        </pc:spChg>
        <pc:spChg chg="add del mod">
          <ac:chgData name="Ben Kelly" userId="c94d8882-69fe-4a70-b219-d94260460edf" providerId="ADAL" clId="{7BE224C0-B654-444E-9919-ED2ADE9C3805}" dt="2024-06-27T08:36:24.935" v="8788" actId="478"/>
          <ac:spMkLst>
            <pc:docMk/>
            <pc:sldMk cId="438813739" sldId="287"/>
            <ac:spMk id="9" creationId="{261C28B0-E44A-26E5-24EA-D86F8912DF4A}"/>
          </ac:spMkLst>
        </pc:spChg>
        <pc:spChg chg="del">
          <ac:chgData name="Ben Kelly" userId="c94d8882-69fe-4a70-b219-d94260460edf" providerId="ADAL" clId="{7BE224C0-B654-444E-9919-ED2ADE9C3805}" dt="2024-06-27T08:36:17.603" v="8783" actId="478"/>
          <ac:spMkLst>
            <pc:docMk/>
            <pc:sldMk cId="438813739" sldId="287"/>
            <ac:spMk id="10" creationId="{E94E343D-4BBD-809C-4CEE-2EC0847835D3}"/>
          </ac:spMkLst>
        </pc:spChg>
        <pc:spChg chg="del">
          <ac:chgData name="Ben Kelly" userId="c94d8882-69fe-4a70-b219-d94260460edf" providerId="ADAL" clId="{7BE224C0-B654-444E-9919-ED2ADE9C3805}" dt="2024-06-27T08:36:17.603" v="8783" actId="478"/>
          <ac:spMkLst>
            <pc:docMk/>
            <pc:sldMk cId="438813739" sldId="287"/>
            <ac:spMk id="11" creationId="{F27E1DD8-4868-2EA2-9AA9-14CA645C2B57}"/>
          </ac:spMkLst>
        </pc:spChg>
        <pc:spChg chg="del">
          <ac:chgData name="Ben Kelly" userId="c94d8882-69fe-4a70-b219-d94260460edf" providerId="ADAL" clId="{7BE224C0-B654-444E-9919-ED2ADE9C3805}" dt="2024-06-27T08:36:17.603" v="8783" actId="478"/>
          <ac:spMkLst>
            <pc:docMk/>
            <pc:sldMk cId="438813739" sldId="287"/>
            <ac:spMk id="12" creationId="{B8A9E40E-4A62-2936-3617-739D1E313A13}"/>
          </ac:spMkLst>
        </pc:spChg>
        <pc:spChg chg="del">
          <ac:chgData name="Ben Kelly" userId="c94d8882-69fe-4a70-b219-d94260460edf" providerId="ADAL" clId="{7BE224C0-B654-444E-9919-ED2ADE9C3805}" dt="2024-06-27T08:36:19.838" v="8784" actId="478"/>
          <ac:spMkLst>
            <pc:docMk/>
            <pc:sldMk cId="438813739" sldId="287"/>
            <ac:spMk id="13" creationId="{77B5B57F-5111-B7D2-A8BF-95FAD05FBCD3}"/>
          </ac:spMkLst>
        </pc:spChg>
        <pc:spChg chg="del">
          <ac:chgData name="Ben Kelly" userId="c94d8882-69fe-4a70-b219-d94260460edf" providerId="ADAL" clId="{7BE224C0-B654-444E-9919-ED2ADE9C3805}" dt="2024-06-27T08:36:19.838" v="8784" actId="478"/>
          <ac:spMkLst>
            <pc:docMk/>
            <pc:sldMk cId="438813739" sldId="287"/>
            <ac:spMk id="14" creationId="{0A8A26DF-5C52-14A9-3D89-104A6BE2A99E}"/>
          </ac:spMkLst>
        </pc:spChg>
        <pc:grpChg chg="del">
          <ac:chgData name="Ben Kelly" userId="c94d8882-69fe-4a70-b219-d94260460edf" providerId="ADAL" clId="{7BE224C0-B654-444E-9919-ED2ADE9C3805}" dt="2024-06-27T08:36:20.578" v="8785" actId="478"/>
          <ac:grpSpMkLst>
            <pc:docMk/>
            <pc:sldMk cId="438813739" sldId="287"/>
            <ac:grpSpMk id="6" creationId="{0EA97F02-EB25-EF86-DC2A-64FA914697F1}"/>
          </ac:grpSpMkLst>
        </pc:grpChg>
        <pc:graphicFrameChg chg="add mod">
          <ac:chgData name="Ben Kelly" userId="c94d8882-69fe-4a70-b219-d94260460edf" providerId="ADAL" clId="{7BE224C0-B654-444E-9919-ED2ADE9C3805}" dt="2024-07-03T10:14:13.544" v="9639"/>
          <ac:graphicFrameMkLst>
            <pc:docMk/>
            <pc:sldMk cId="438813739" sldId="287"/>
            <ac:graphicFrameMk id="15" creationId="{031656DD-E526-BA63-B355-733A38B2B672}"/>
          </ac:graphicFrameMkLst>
        </pc:graphicFrameChg>
        <pc:picChg chg="del">
          <ac:chgData name="Ben Kelly" userId="c94d8882-69fe-4a70-b219-d94260460edf" providerId="ADAL" clId="{7BE224C0-B654-444E-9919-ED2ADE9C3805}" dt="2024-06-27T08:36:21.803" v="8786" actId="478"/>
          <ac:picMkLst>
            <pc:docMk/>
            <pc:sldMk cId="438813739" sldId="287"/>
            <ac:picMk id="6146" creationId="{CD6F0560-BE5E-00BE-EE42-F1B229568254}"/>
          </ac:picMkLst>
        </pc:picChg>
      </pc:sldChg>
      <pc:sldChg chg="addSp delSp modSp new mod">
        <pc:chgData name="Ben Kelly" userId="c94d8882-69fe-4a70-b219-d94260460edf" providerId="ADAL" clId="{7BE224C0-B654-444E-9919-ED2ADE9C3805}" dt="2024-07-04T11:35:59.495" v="10292" actId="1038"/>
        <pc:sldMkLst>
          <pc:docMk/>
          <pc:sldMk cId="2438091197" sldId="288"/>
        </pc:sldMkLst>
        <pc:spChg chg="del">
          <ac:chgData name="Ben Kelly" userId="c94d8882-69fe-4a70-b219-d94260460edf" providerId="ADAL" clId="{7BE224C0-B654-444E-9919-ED2ADE9C3805}" dt="2024-07-03T10:18:15.405" v="9674" actId="478"/>
          <ac:spMkLst>
            <pc:docMk/>
            <pc:sldMk cId="2438091197" sldId="288"/>
            <ac:spMk id="2" creationId="{DABB6CCA-F580-5B76-17F8-41E176E8177C}"/>
          </ac:spMkLst>
        </pc:spChg>
        <pc:spChg chg="del">
          <ac:chgData name="Ben Kelly" userId="c94d8882-69fe-4a70-b219-d94260460edf" providerId="ADAL" clId="{7BE224C0-B654-444E-9919-ED2ADE9C3805}" dt="2024-07-03T10:17:58.048" v="9671" actId="478"/>
          <ac:spMkLst>
            <pc:docMk/>
            <pc:sldMk cId="2438091197" sldId="288"/>
            <ac:spMk id="3" creationId="{44A15D26-C79C-124D-47C4-B5D03C0E6464}"/>
          </ac:spMkLst>
        </pc:spChg>
        <pc:spChg chg="add mod">
          <ac:chgData name="Ben Kelly" userId="c94d8882-69fe-4a70-b219-d94260460edf" providerId="ADAL" clId="{7BE224C0-B654-444E-9919-ED2ADE9C3805}" dt="2024-07-04T11:35:59.495" v="10292" actId="1038"/>
          <ac:spMkLst>
            <pc:docMk/>
            <pc:sldMk cId="2438091197" sldId="288"/>
            <ac:spMk id="3" creationId="{5A43F2D8-78D8-6478-959C-9DEFD5173763}"/>
          </ac:spMkLst>
        </pc:spChg>
        <pc:spChg chg="add mod">
          <ac:chgData name="Ben Kelly" userId="c94d8882-69fe-4a70-b219-d94260460edf" providerId="ADAL" clId="{7BE224C0-B654-444E-9919-ED2ADE9C3805}" dt="2024-07-04T11:33:54.376" v="10282" actId="207"/>
          <ac:spMkLst>
            <pc:docMk/>
            <pc:sldMk cId="2438091197" sldId="288"/>
            <ac:spMk id="5" creationId="{E97C023E-1731-DD86-AB40-24B1D2B7D350}"/>
          </ac:spMkLst>
        </pc:spChg>
        <pc:graphicFrameChg chg="add mod">
          <ac:chgData name="Ben Kelly" userId="c94d8882-69fe-4a70-b219-d94260460edf" providerId="ADAL" clId="{7BE224C0-B654-444E-9919-ED2ADE9C3805}" dt="2024-07-03T10:18:04.383" v="9673" actId="1076"/>
          <ac:graphicFrameMkLst>
            <pc:docMk/>
            <pc:sldMk cId="2438091197" sldId="288"/>
            <ac:graphicFrameMk id="4" creationId="{9167E9CE-5A60-46BA-C4C2-19CEA09D9A76}"/>
          </ac:graphicFrameMkLst>
        </pc:graphicFrameChg>
      </pc:sldChg>
      <pc:sldChg chg="addSp delSp modSp add mod modTransition modAnim">
        <pc:chgData name="Ben Kelly" userId="c94d8882-69fe-4a70-b219-d94260460edf" providerId="ADAL" clId="{7BE224C0-B654-444E-9919-ED2ADE9C3805}" dt="2024-07-04T17:29:40.915" v="12377" actId="114"/>
        <pc:sldMkLst>
          <pc:docMk/>
          <pc:sldMk cId="1145898614" sldId="289"/>
        </pc:sldMkLst>
        <pc:spChg chg="mod">
          <ac:chgData name="Ben Kelly" userId="c94d8882-69fe-4a70-b219-d94260460edf" providerId="ADAL" clId="{7BE224C0-B654-444E-9919-ED2ADE9C3805}" dt="2024-07-04T15:56:01.688" v="11010" actId="1076"/>
          <ac:spMkLst>
            <pc:docMk/>
            <pc:sldMk cId="1145898614" sldId="289"/>
            <ac:spMk id="2" creationId="{0D074FF6-801B-B575-F90F-002CC249F9FF}"/>
          </ac:spMkLst>
        </pc:spChg>
        <pc:spChg chg="mod">
          <ac:chgData name="Ben Kelly" userId="c94d8882-69fe-4a70-b219-d94260460edf" providerId="ADAL" clId="{7BE224C0-B654-444E-9919-ED2ADE9C3805}" dt="2024-07-04T16:00:27.056" v="11029" actId="1076"/>
          <ac:spMkLst>
            <pc:docMk/>
            <pc:sldMk cId="1145898614" sldId="289"/>
            <ac:spMk id="4" creationId="{092C7915-E202-719E-AFDE-7E1A75711CB6}"/>
          </ac:spMkLst>
        </pc:spChg>
        <pc:spChg chg="mod ord">
          <ac:chgData name="Ben Kelly" userId="c94d8882-69fe-4a70-b219-d94260460edf" providerId="ADAL" clId="{7BE224C0-B654-444E-9919-ED2ADE9C3805}" dt="2024-07-04T17:11:49.042" v="12190" actId="171"/>
          <ac:spMkLst>
            <pc:docMk/>
            <pc:sldMk cId="1145898614" sldId="289"/>
            <ac:spMk id="7" creationId="{B88D05AE-DB31-D5AD-85D2-1D8BB7FC04D3}"/>
          </ac:spMkLst>
        </pc:spChg>
        <pc:spChg chg="add mod">
          <ac:chgData name="Ben Kelly" userId="c94d8882-69fe-4a70-b219-d94260460edf" providerId="ADAL" clId="{7BE224C0-B654-444E-9919-ED2ADE9C3805}" dt="2024-07-04T15:58:05.180" v="11024" actId="1076"/>
          <ac:spMkLst>
            <pc:docMk/>
            <pc:sldMk cId="1145898614" sldId="289"/>
            <ac:spMk id="8" creationId="{90F5C643-C408-C9D5-661D-BE44A193E2CF}"/>
          </ac:spMkLst>
        </pc:spChg>
        <pc:spChg chg="mod ord topLvl">
          <ac:chgData name="Ben Kelly" userId="c94d8882-69fe-4a70-b219-d94260460edf" providerId="ADAL" clId="{7BE224C0-B654-444E-9919-ED2ADE9C3805}" dt="2024-07-04T17:11:50.979" v="12191" actId="171"/>
          <ac:spMkLst>
            <pc:docMk/>
            <pc:sldMk cId="1145898614" sldId="289"/>
            <ac:spMk id="9" creationId="{371BC6BD-3AD7-061D-9AF2-A0B87ECE3DFA}"/>
          </ac:spMkLst>
        </pc:spChg>
        <pc:spChg chg="mod ord topLvl">
          <ac:chgData name="Ben Kelly" userId="c94d8882-69fe-4a70-b219-d94260460edf" providerId="ADAL" clId="{7BE224C0-B654-444E-9919-ED2ADE9C3805}" dt="2024-07-04T17:11:54.904" v="12192" actId="171"/>
          <ac:spMkLst>
            <pc:docMk/>
            <pc:sldMk cId="1145898614" sldId="289"/>
            <ac:spMk id="10" creationId="{AEE773F4-546D-5C37-6CBA-2D536A14A393}"/>
          </ac:spMkLst>
        </pc:spChg>
        <pc:spChg chg="mod ord topLvl">
          <ac:chgData name="Ben Kelly" userId="c94d8882-69fe-4a70-b219-d94260460edf" providerId="ADAL" clId="{7BE224C0-B654-444E-9919-ED2ADE9C3805}" dt="2024-07-04T17:11:56.305" v="12193" actId="171"/>
          <ac:spMkLst>
            <pc:docMk/>
            <pc:sldMk cId="1145898614" sldId="289"/>
            <ac:spMk id="12" creationId="{23943979-1333-47AD-E78F-064236B37264}"/>
          </ac:spMkLst>
        </pc:spChg>
        <pc:spChg chg="mod topLvl">
          <ac:chgData name="Ben Kelly" userId="c94d8882-69fe-4a70-b219-d94260460edf" providerId="ADAL" clId="{7BE224C0-B654-444E-9919-ED2ADE9C3805}" dt="2024-07-04T15:55:39.416" v="11008" actId="1076"/>
          <ac:spMkLst>
            <pc:docMk/>
            <pc:sldMk cId="1145898614" sldId="289"/>
            <ac:spMk id="15" creationId="{4927CC2D-B9E9-6D6F-1B44-F3F73002C33B}"/>
          </ac:spMkLst>
        </pc:spChg>
        <pc:spChg chg="mod topLvl">
          <ac:chgData name="Ben Kelly" userId="c94d8882-69fe-4a70-b219-d94260460edf" providerId="ADAL" clId="{7BE224C0-B654-444E-9919-ED2ADE9C3805}" dt="2024-07-04T15:55:27.379" v="11007" actId="1076"/>
          <ac:spMkLst>
            <pc:docMk/>
            <pc:sldMk cId="1145898614" sldId="289"/>
            <ac:spMk id="16" creationId="{5905CE4C-7E15-45BC-63B2-EB57A1F7603E}"/>
          </ac:spMkLst>
        </pc:spChg>
        <pc:spChg chg="mod topLvl">
          <ac:chgData name="Ben Kelly" userId="c94d8882-69fe-4a70-b219-d94260460edf" providerId="ADAL" clId="{7BE224C0-B654-444E-9919-ED2ADE9C3805}" dt="2024-07-04T17:29:40.915" v="12377" actId="114"/>
          <ac:spMkLst>
            <pc:docMk/>
            <pc:sldMk cId="1145898614" sldId="289"/>
            <ac:spMk id="17" creationId="{411D3EA2-C46D-E988-8CC8-A536D525F5D6}"/>
          </ac:spMkLst>
        </pc:spChg>
        <pc:spChg chg="mod">
          <ac:chgData name="Ben Kelly" userId="c94d8882-69fe-4a70-b219-d94260460edf" providerId="ADAL" clId="{7BE224C0-B654-444E-9919-ED2ADE9C3805}" dt="2024-07-04T15:56:01.688" v="11010" actId="1076"/>
          <ac:spMkLst>
            <pc:docMk/>
            <pc:sldMk cId="1145898614" sldId="289"/>
            <ac:spMk id="36" creationId="{A9D805FF-86E4-B61B-8419-7C33F6421587}"/>
          </ac:spMkLst>
        </pc:spChg>
        <pc:grpChg chg="add del mod">
          <ac:chgData name="Ben Kelly" userId="c94d8882-69fe-4a70-b219-d94260460edf" providerId="ADAL" clId="{7BE224C0-B654-444E-9919-ED2ADE9C3805}" dt="2024-07-04T15:54:36.302" v="10981" actId="164"/>
          <ac:grpSpMkLst>
            <pc:docMk/>
            <pc:sldMk cId="1145898614" sldId="289"/>
            <ac:grpSpMk id="3" creationId="{74931C2A-68D0-4C43-B726-5105BB64C1BC}"/>
          </ac:grpSpMkLst>
        </pc:grpChg>
        <pc:graphicFrameChg chg="add mod">
          <ac:chgData name="Ben Kelly" userId="c94d8882-69fe-4a70-b219-d94260460edf" providerId="ADAL" clId="{7BE224C0-B654-444E-9919-ED2ADE9C3805}" dt="2024-07-04T15:58:05.180" v="11024" actId="1076"/>
          <ac:graphicFrameMkLst>
            <pc:docMk/>
            <pc:sldMk cId="1145898614" sldId="289"/>
            <ac:graphicFrameMk id="11" creationId="{2A8ED96E-06AC-E935-9479-8A8BE0ECF470}"/>
          </ac:graphicFrameMkLst>
        </pc:graphicFrameChg>
        <pc:picChg chg="mod topLvl">
          <ac:chgData name="Ben Kelly" userId="c94d8882-69fe-4a70-b219-d94260460edf" providerId="ADAL" clId="{7BE224C0-B654-444E-9919-ED2ADE9C3805}" dt="2024-07-04T15:55:39.416" v="11008" actId="1076"/>
          <ac:picMkLst>
            <pc:docMk/>
            <pc:sldMk cId="1145898614" sldId="289"/>
            <ac:picMk id="25" creationId="{3121D717-4592-D28A-5467-77D76C02E7A9}"/>
          </ac:picMkLst>
        </pc:picChg>
        <pc:picChg chg="mod topLvl">
          <ac:chgData name="Ben Kelly" userId="c94d8882-69fe-4a70-b219-d94260460edf" providerId="ADAL" clId="{7BE224C0-B654-444E-9919-ED2ADE9C3805}" dt="2024-07-04T15:55:27.379" v="11007" actId="1076"/>
          <ac:picMkLst>
            <pc:docMk/>
            <pc:sldMk cId="1145898614" sldId="289"/>
            <ac:picMk id="27" creationId="{9CD00CF1-E2F2-5745-FAC5-D8960F0C93D2}"/>
          </ac:picMkLst>
        </pc:picChg>
        <pc:picChg chg="mod topLvl">
          <ac:chgData name="Ben Kelly" userId="c94d8882-69fe-4a70-b219-d94260460edf" providerId="ADAL" clId="{7BE224C0-B654-444E-9919-ED2ADE9C3805}" dt="2024-07-04T15:57:03.482" v="11022" actId="1038"/>
          <ac:picMkLst>
            <pc:docMk/>
            <pc:sldMk cId="1145898614" sldId="289"/>
            <ac:picMk id="29" creationId="{DBA11EA0-A1D5-54E0-572B-6DEB2E36C508}"/>
          </ac:picMkLst>
        </pc:picChg>
      </pc:sldChg>
      <pc:sldChg chg="addSp delSp modSp add del mod delAnim modAnim">
        <pc:chgData name="Ben Kelly" userId="c94d8882-69fe-4a70-b219-d94260460edf" providerId="ADAL" clId="{7BE224C0-B654-444E-9919-ED2ADE9C3805}" dt="2024-07-04T17:06:53.627" v="12139" actId="2696"/>
        <pc:sldMkLst>
          <pc:docMk/>
          <pc:sldMk cId="330361555" sldId="290"/>
        </pc:sldMkLst>
        <pc:spChg chg="mod">
          <ac:chgData name="Ben Kelly" userId="c94d8882-69fe-4a70-b219-d94260460edf" providerId="ADAL" clId="{7BE224C0-B654-444E-9919-ED2ADE9C3805}" dt="2024-07-04T16:01:37.785" v="11034" actId="1076"/>
          <ac:spMkLst>
            <pc:docMk/>
            <pc:sldMk cId="330361555" sldId="290"/>
            <ac:spMk id="2" creationId="{0D074FF6-801B-B575-F90F-002CC249F9FF}"/>
          </ac:spMkLst>
        </pc:spChg>
        <pc:spChg chg="add mod">
          <ac:chgData name="Ben Kelly" userId="c94d8882-69fe-4a70-b219-d94260460edf" providerId="ADAL" clId="{7BE224C0-B654-444E-9919-ED2ADE9C3805}" dt="2024-07-04T16:36:04.219" v="11154" actId="1035"/>
          <ac:spMkLst>
            <pc:docMk/>
            <pc:sldMk cId="330361555" sldId="290"/>
            <ac:spMk id="3" creationId="{3BB85846-64B5-8041-D26B-1426CC26C14B}"/>
          </ac:spMkLst>
        </pc:spChg>
        <pc:spChg chg="mod">
          <ac:chgData name="Ben Kelly" userId="c94d8882-69fe-4a70-b219-d94260460edf" providerId="ADAL" clId="{7BE224C0-B654-444E-9919-ED2ADE9C3805}" dt="2024-07-04T16:01:16.787" v="11033" actId="14100"/>
          <ac:spMkLst>
            <pc:docMk/>
            <pc:sldMk cId="330361555" sldId="290"/>
            <ac:spMk id="7" creationId="{B88D05AE-DB31-D5AD-85D2-1D8BB7FC04D3}"/>
          </ac:spMkLst>
        </pc:spChg>
        <pc:spChg chg="del">
          <ac:chgData name="Ben Kelly" userId="c94d8882-69fe-4a70-b219-d94260460edf" providerId="ADAL" clId="{7BE224C0-B654-444E-9919-ED2ADE9C3805}" dt="2024-07-04T16:01:05.823" v="11032" actId="478"/>
          <ac:spMkLst>
            <pc:docMk/>
            <pc:sldMk cId="330361555" sldId="290"/>
            <ac:spMk id="8" creationId="{90F5C643-C408-C9D5-661D-BE44A193E2CF}"/>
          </ac:spMkLst>
        </pc:spChg>
        <pc:spChg chg="mod">
          <ac:chgData name="Ben Kelly" userId="c94d8882-69fe-4a70-b219-d94260460edf" providerId="ADAL" clId="{7BE224C0-B654-444E-9919-ED2ADE9C3805}" dt="2024-07-04T16:01:54.801" v="11039" actId="1076"/>
          <ac:spMkLst>
            <pc:docMk/>
            <pc:sldMk cId="330361555" sldId="290"/>
            <ac:spMk id="9" creationId="{371BC6BD-3AD7-061D-9AF2-A0B87ECE3DFA}"/>
          </ac:spMkLst>
        </pc:spChg>
        <pc:spChg chg="mod">
          <ac:chgData name="Ben Kelly" userId="c94d8882-69fe-4a70-b219-d94260460edf" providerId="ADAL" clId="{7BE224C0-B654-444E-9919-ED2ADE9C3805}" dt="2024-07-04T16:36:02.855" v="11144" actId="1035"/>
          <ac:spMkLst>
            <pc:docMk/>
            <pc:sldMk cId="330361555" sldId="290"/>
            <ac:spMk id="15" creationId="{4927CC2D-B9E9-6D6F-1B44-F3F73002C33B}"/>
          </ac:spMkLst>
        </pc:spChg>
        <pc:spChg chg="mod">
          <ac:chgData name="Ben Kelly" userId="c94d8882-69fe-4a70-b219-d94260460edf" providerId="ADAL" clId="{7BE224C0-B654-444E-9919-ED2ADE9C3805}" dt="2024-07-04T16:01:37.785" v="11034" actId="1076"/>
          <ac:spMkLst>
            <pc:docMk/>
            <pc:sldMk cId="330361555" sldId="290"/>
            <ac:spMk id="36" creationId="{A9D805FF-86E4-B61B-8419-7C33F6421587}"/>
          </ac:spMkLst>
        </pc:spChg>
        <pc:graphicFrameChg chg="del">
          <ac:chgData name="Ben Kelly" userId="c94d8882-69fe-4a70-b219-d94260460edf" providerId="ADAL" clId="{7BE224C0-B654-444E-9919-ED2ADE9C3805}" dt="2024-07-04T16:01:05.823" v="11032" actId="478"/>
          <ac:graphicFrameMkLst>
            <pc:docMk/>
            <pc:sldMk cId="330361555" sldId="290"/>
            <ac:graphicFrameMk id="11" creationId="{2A8ED96E-06AC-E935-9479-8A8BE0ECF470}"/>
          </ac:graphicFrameMkLst>
        </pc:graphicFrameChg>
        <pc:graphicFrameChg chg="add mod">
          <ac:chgData name="Ben Kelly" userId="c94d8882-69fe-4a70-b219-d94260460edf" providerId="ADAL" clId="{7BE224C0-B654-444E-9919-ED2ADE9C3805}" dt="2024-07-04T16:36:04.076" v="11153" actId="1035"/>
          <ac:graphicFrameMkLst>
            <pc:docMk/>
            <pc:sldMk cId="330361555" sldId="290"/>
            <ac:graphicFrameMk id="13" creationId="{A6FF4150-7879-E28F-DDD5-AABE23B29E7F}"/>
          </ac:graphicFrameMkLst>
        </pc:graphicFrameChg>
        <pc:picChg chg="mod">
          <ac:chgData name="Ben Kelly" userId="c94d8882-69fe-4a70-b219-d94260460edf" providerId="ADAL" clId="{7BE224C0-B654-444E-9919-ED2ADE9C3805}" dt="2024-07-04T16:36:03.130" v="11146" actId="1036"/>
          <ac:picMkLst>
            <pc:docMk/>
            <pc:sldMk cId="330361555" sldId="290"/>
            <ac:picMk id="25" creationId="{3121D717-4592-D28A-5467-77D76C02E7A9}"/>
          </ac:picMkLst>
        </pc:picChg>
      </pc:sldChg>
      <pc:sldChg chg="modSp add del mod modTransition">
        <pc:chgData name="Ben Kelly" userId="c94d8882-69fe-4a70-b219-d94260460edf" providerId="ADAL" clId="{7BE224C0-B654-444E-9919-ED2ADE9C3805}" dt="2024-07-04T17:29:36.290" v="12376" actId="114"/>
        <pc:sldMkLst>
          <pc:docMk/>
          <pc:sldMk cId="3333259357" sldId="291"/>
        </pc:sldMkLst>
        <pc:spChg chg="mod">
          <ac:chgData name="Ben Kelly" userId="c94d8882-69fe-4a70-b219-d94260460edf" providerId="ADAL" clId="{7BE224C0-B654-444E-9919-ED2ADE9C3805}" dt="2024-07-04T17:11:23.839" v="12187" actId="14100"/>
          <ac:spMkLst>
            <pc:docMk/>
            <pc:sldMk cId="3333259357" sldId="291"/>
            <ac:spMk id="9" creationId="{371BC6BD-3AD7-061D-9AF2-A0B87ECE3DFA}"/>
          </ac:spMkLst>
        </pc:spChg>
        <pc:spChg chg="mod">
          <ac:chgData name="Ben Kelly" userId="c94d8882-69fe-4a70-b219-d94260460edf" providerId="ADAL" clId="{7BE224C0-B654-444E-9919-ED2ADE9C3805}" dt="2024-07-04T17:29:36.290" v="12376" actId="114"/>
          <ac:spMkLst>
            <pc:docMk/>
            <pc:sldMk cId="3333259357" sldId="291"/>
            <ac:spMk id="17" creationId="{411D3EA2-C46D-E988-8CC8-A536D525F5D6}"/>
          </ac:spMkLst>
        </pc:spChg>
      </pc:sldChg>
      <pc:sldChg chg="modSp add mod ord">
        <pc:chgData name="Ben Kelly" userId="c94d8882-69fe-4a70-b219-d94260460edf" providerId="ADAL" clId="{7BE224C0-B654-444E-9919-ED2ADE9C3805}" dt="2024-07-04T17:29:21.722" v="12373" actId="114"/>
        <pc:sldMkLst>
          <pc:docMk/>
          <pc:sldMk cId="4075482619" sldId="292"/>
        </pc:sldMkLst>
        <pc:spChg chg="mod">
          <ac:chgData name="Ben Kelly" userId="c94d8882-69fe-4a70-b219-d94260460edf" providerId="ADAL" clId="{7BE224C0-B654-444E-9919-ED2ADE9C3805}" dt="2024-07-04T17:29:21.722" v="12373" actId="114"/>
          <ac:spMkLst>
            <pc:docMk/>
            <pc:sldMk cId="4075482619" sldId="292"/>
            <ac:spMk id="17" creationId="{411D3EA2-C46D-E988-8CC8-A536D525F5D6}"/>
          </ac:spMkLst>
        </pc:spChg>
      </pc:sldChg>
      <pc:sldChg chg="addSp delSp modSp add mod modTransition delAnim modAnim">
        <pc:chgData name="Ben Kelly" userId="c94d8882-69fe-4a70-b219-d94260460edf" providerId="ADAL" clId="{7BE224C0-B654-444E-9919-ED2ADE9C3805}" dt="2024-07-04T17:29:31.160" v="12375" actId="114"/>
        <pc:sldMkLst>
          <pc:docMk/>
          <pc:sldMk cId="3874243892" sldId="293"/>
        </pc:sldMkLst>
        <pc:spChg chg="del">
          <ac:chgData name="Ben Kelly" userId="c94d8882-69fe-4a70-b219-d94260460edf" providerId="ADAL" clId="{7BE224C0-B654-444E-9919-ED2ADE9C3805}" dt="2024-07-04T17:09:24.110" v="12162" actId="478"/>
          <ac:spMkLst>
            <pc:docMk/>
            <pc:sldMk cId="3874243892" sldId="293"/>
            <ac:spMk id="3" creationId="{3BB85846-64B5-8041-D26B-1426CC26C14B}"/>
          </ac:spMkLst>
        </pc:spChg>
        <pc:spChg chg="add mod">
          <ac:chgData name="Ben Kelly" userId="c94d8882-69fe-4a70-b219-d94260460edf" providerId="ADAL" clId="{7BE224C0-B654-444E-9919-ED2ADE9C3805}" dt="2024-07-04T17:10:58.317" v="12186" actId="1037"/>
          <ac:spMkLst>
            <pc:docMk/>
            <pc:sldMk cId="3874243892" sldId="293"/>
            <ac:spMk id="8" creationId="{8999BCE1-83A8-E8FD-AAEC-49BEB0277816}"/>
          </ac:spMkLst>
        </pc:spChg>
        <pc:spChg chg="mod">
          <ac:chgData name="Ben Kelly" userId="c94d8882-69fe-4a70-b219-d94260460edf" providerId="ADAL" clId="{7BE224C0-B654-444E-9919-ED2ADE9C3805}" dt="2024-07-04T17:09:32.470" v="12163" actId="14100"/>
          <ac:spMkLst>
            <pc:docMk/>
            <pc:sldMk cId="3874243892" sldId="293"/>
            <ac:spMk id="9" creationId="{371BC6BD-3AD7-061D-9AF2-A0B87ECE3DFA}"/>
          </ac:spMkLst>
        </pc:spChg>
        <pc:spChg chg="mod">
          <ac:chgData name="Ben Kelly" userId="c94d8882-69fe-4a70-b219-d94260460edf" providerId="ADAL" clId="{7BE224C0-B654-444E-9919-ED2ADE9C3805}" dt="2024-07-04T17:09:43.335" v="12165" actId="14100"/>
          <ac:spMkLst>
            <pc:docMk/>
            <pc:sldMk cId="3874243892" sldId="293"/>
            <ac:spMk id="10" creationId="{AEE773F4-546D-5C37-6CBA-2D536A14A393}"/>
          </ac:spMkLst>
        </pc:spChg>
        <pc:spChg chg="mod">
          <ac:chgData name="Ben Kelly" userId="c94d8882-69fe-4a70-b219-d94260460edf" providerId="ADAL" clId="{7BE224C0-B654-444E-9919-ED2ADE9C3805}" dt="2024-07-04T17:10:16.272" v="12168" actId="1035"/>
          <ac:spMkLst>
            <pc:docMk/>
            <pc:sldMk cId="3874243892" sldId="293"/>
            <ac:spMk id="15" creationId="{4927CC2D-B9E9-6D6F-1B44-F3F73002C33B}"/>
          </ac:spMkLst>
        </pc:spChg>
        <pc:spChg chg="mod">
          <ac:chgData name="Ben Kelly" userId="c94d8882-69fe-4a70-b219-d94260460edf" providerId="ADAL" clId="{7BE224C0-B654-444E-9919-ED2ADE9C3805}" dt="2024-07-04T17:10:06.816" v="12167" actId="1076"/>
          <ac:spMkLst>
            <pc:docMk/>
            <pc:sldMk cId="3874243892" sldId="293"/>
            <ac:spMk id="16" creationId="{5905CE4C-7E15-45BC-63B2-EB57A1F7603E}"/>
          </ac:spMkLst>
        </pc:spChg>
        <pc:spChg chg="mod">
          <ac:chgData name="Ben Kelly" userId="c94d8882-69fe-4a70-b219-d94260460edf" providerId="ADAL" clId="{7BE224C0-B654-444E-9919-ED2ADE9C3805}" dt="2024-07-04T17:29:31.160" v="12375" actId="114"/>
          <ac:spMkLst>
            <pc:docMk/>
            <pc:sldMk cId="3874243892" sldId="293"/>
            <ac:spMk id="17" creationId="{411D3EA2-C46D-E988-8CC8-A536D525F5D6}"/>
          </ac:spMkLst>
        </pc:spChg>
        <pc:graphicFrameChg chg="del">
          <ac:chgData name="Ben Kelly" userId="c94d8882-69fe-4a70-b219-d94260460edf" providerId="ADAL" clId="{7BE224C0-B654-444E-9919-ED2ADE9C3805}" dt="2024-07-04T17:09:22.845" v="12161" actId="478"/>
          <ac:graphicFrameMkLst>
            <pc:docMk/>
            <pc:sldMk cId="3874243892" sldId="293"/>
            <ac:graphicFrameMk id="13" creationId="{A6FF4150-7879-E28F-DDD5-AABE23B29E7F}"/>
          </ac:graphicFrameMkLst>
        </pc:graphicFrameChg>
        <pc:picChg chg="add mod">
          <ac:chgData name="Ben Kelly" userId="c94d8882-69fe-4a70-b219-d94260460edf" providerId="ADAL" clId="{7BE224C0-B654-444E-9919-ED2ADE9C3805}" dt="2024-07-04T17:13:41.466" v="12197" actId="1035"/>
          <ac:picMkLst>
            <pc:docMk/>
            <pc:sldMk cId="3874243892" sldId="293"/>
            <ac:picMk id="11" creationId="{04E30A85-A449-B8CE-18C1-D32F21EFB490}"/>
          </ac:picMkLst>
        </pc:picChg>
        <pc:picChg chg="add mod">
          <ac:chgData name="Ben Kelly" userId="c94d8882-69fe-4a70-b219-d94260460edf" providerId="ADAL" clId="{7BE224C0-B654-444E-9919-ED2ADE9C3805}" dt="2024-07-04T17:13:43.114" v="12198" actId="1035"/>
          <ac:picMkLst>
            <pc:docMk/>
            <pc:sldMk cId="3874243892" sldId="293"/>
            <ac:picMk id="14" creationId="{0A520473-0F85-2086-A5BA-1A8E58FC3306}"/>
          </ac:picMkLst>
        </pc:picChg>
        <pc:picChg chg="mod">
          <ac:chgData name="Ben Kelly" userId="c94d8882-69fe-4a70-b219-d94260460edf" providerId="ADAL" clId="{7BE224C0-B654-444E-9919-ED2ADE9C3805}" dt="2024-07-04T17:09:38.037" v="12164" actId="1076"/>
          <ac:picMkLst>
            <pc:docMk/>
            <pc:sldMk cId="3874243892" sldId="293"/>
            <ac:picMk id="25" creationId="{3121D717-4592-D28A-5467-77D76C02E7A9}"/>
          </ac:picMkLst>
        </pc:picChg>
        <pc:picChg chg="mod">
          <ac:chgData name="Ben Kelly" userId="c94d8882-69fe-4a70-b219-d94260460edf" providerId="ADAL" clId="{7BE224C0-B654-444E-9919-ED2ADE9C3805}" dt="2024-07-04T17:10:06.816" v="12167" actId="1076"/>
          <ac:picMkLst>
            <pc:docMk/>
            <pc:sldMk cId="3874243892" sldId="293"/>
            <ac:picMk id="27" creationId="{9CD00CF1-E2F2-5745-FAC5-D8960F0C93D2}"/>
          </ac:picMkLst>
        </pc:picChg>
      </pc:sldChg>
      <pc:sldChg chg="addSp delSp modSp add mod delAnim modAnim">
        <pc:chgData name="Ben Kelly" userId="c94d8882-69fe-4a70-b219-d94260460edf" providerId="ADAL" clId="{7BE224C0-B654-444E-9919-ED2ADE9C3805}" dt="2024-07-04T17:29:27.825" v="12374" actId="114"/>
        <pc:sldMkLst>
          <pc:docMk/>
          <pc:sldMk cId="1954508941" sldId="294"/>
        </pc:sldMkLst>
        <pc:spChg chg="add mod">
          <ac:chgData name="Ben Kelly" userId="c94d8882-69fe-4a70-b219-d94260460edf" providerId="ADAL" clId="{7BE224C0-B654-444E-9919-ED2ADE9C3805}" dt="2024-07-04T17:15:20.947" v="12224" actId="1076"/>
          <ac:spMkLst>
            <pc:docMk/>
            <pc:sldMk cId="1954508941" sldId="294"/>
            <ac:spMk id="3" creationId="{828EFB8C-AC6E-71BB-2693-F5A4959D3397}"/>
          </ac:spMkLst>
        </pc:spChg>
        <pc:spChg chg="del">
          <ac:chgData name="Ben Kelly" userId="c94d8882-69fe-4a70-b219-d94260460edf" providerId="ADAL" clId="{7BE224C0-B654-444E-9919-ED2ADE9C3805}" dt="2024-07-04T17:14:23.875" v="12209" actId="478"/>
          <ac:spMkLst>
            <pc:docMk/>
            <pc:sldMk cId="1954508941" sldId="294"/>
            <ac:spMk id="8" creationId="{8999BCE1-83A8-E8FD-AAEC-49BEB0277816}"/>
          </ac:spMkLst>
        </pc:spChg>
        <pc:spChg chg="mod">
          <ac:chgData name="Ben Kelly" userId="c94d8882-69fe-4a70-b219-d94260460edf" providerId="ADAL" clId="{7BE224C0-B654-444E-9919-ED2ADE9C3805}" dt="2024-07-04T17:14:27.947" v="12212" actId="14100"/>
          <ac:spMkLst>
            <pc:docMk/>
            <pc:sldMk cId="1954508941" sldId="294"/>
            <ac:spMk id="10" creationId="{AEE773F4-546D-5C37-6CBA-2D536A14A393}"/>
          </ac:spMkLst>
        </pc:spChg>
        <pc:spChg chg="mod">
          <ac:chgData name="Ben Kelly" userId="c94d8882-69fe-4a70-b219-d94260460edf" providerId="ADAL" clId="{7BE224C0-B654-444E-9919-ED2ADE9C3805}" dt="2024-07-04T17:14:41.090" v="12214" actId="14100"/>
          <ac:spMkLst>
            <pc:docMk/>
            <pc:sldMk cId="1954508941" sldId="294"/>
            <ac:spMk id="12" creationId="{23943979-1333-47AD-E78F-064236B37264}"/>
          </ac:spMkLst>
        </pc:spChg>
        <pc:spChg chg="mod">
          <ac:chgData name="Ben Kelly" userId="c94d8882-69fe-4a70-b219-d94260460edf" providerId="ADAL" clId="{7BE224C0-B654-444E-9919-ED2ADE9C3805}" dt="2024-07-04T17:14:35.321" v="12213" actId="1076"/>
          <ac:spMkLst>
            <pc:docMk/>
            <pc:sldMk cId="1954508941" sldId="294"/>
            <ac:spMk id="16" creationId="{5905CE4C-7E15-45BC-63B2-EB57A1F7603E}"/>
          </ac:spMkLst>
        </pc:spChg>
        <pc:spChg chg="mod">
          <ac:chgData name="Ben Kelly" userId="c94d8882-69fe-4a70-b219-d94260460edf" providerId="ADAL" clId="{7BE224C0-B654-444E-9919-ED2ADE9C3805}" dt="2024-07-04T17:29:27.825" v="12374" actId="114"/>
          <ac:spMkLst>
            <pc:docMk/>
            <pc:sldMk cId="1954508941" sldId="294"/>
            <ac:spMk id="17" creationId="{411D3EA2-C46D-E988-8CC8-A536D525F5D6}"/>
          </ac:spMkLst>
        </pc:spChg>
        <pc:spChg chg="add mod">
          <ac:chgData name="Ben Kelly" userId="c94d8882-69fe-4a70-b219-d94260460edf" providerId="ADAL" clId="{7BE224C0-B654-444E-9919-ED2ADE9C3805}" dt="2024-07-04T17:15:09.869" v="12216"/>
          <ac:spMkLst>
            <pc:docMk/>
            <pc:sldMk cId="1954508941" sldId="294"/>
            <ac:spMk id="18" creationId="{D07F7C78-E3C1-0358-83D4-99E711C5392C}"/>
          </ac:spMkLst>
        </pc:spChg>
        <pc:graphicFrameChg chg="add mod">
          <ac:chgData name="Ben Kelly" userId="c94d8882-69fe-4a70-b219-d94260460edf" providerId="ADAL" clId="{7BE224C0-B654-444E-9919-ED2ADE9C3805}" dt="2024-07-04T17:15:24.205" v="12225" actId="1076"/>
          <ac:graphicFrameMkLst>
            <pc:docMk/>
            <pc:sldMk cId="1954508941" sldId="294"/>
            <ac:graphicFrameMk id="13" creationId="{84F6DBE1-42FE-412F-B25A-256D071E7450}"/>
          </ac:graphicFrameMkLst>
        </pc:graphicFrameChg>
        <pc:picChg chg="del">
          <ac:chgData name="Ben Kelly" userId="c94d8882-69fe-4a70-b219-d94260460edf" providerId="ADAL" clId="{7BE224C0-B654-444E-9919-ED2ADE9C3805}" dt="2024-07-04T17:14:24.787" v="12210" actId="478"/>
          <ac:picMkLst>
            <pc:docMk/>
            <pc:sldMk cId="1954508941" sldId="294"/>
            <ac:picMk id="11" creationId="{04E30A85-A449-B8CE-18C1-D32F21EFB490}"/>
          </ac:picMkLst>
        </pc:picChg>
        <pc:picChg chg="del">
          <ac:chgData name="Ben Kelly" userId="c94d8882-69fe-4a70-b219-d94260460edf" providerId="ADAL" clId="{7BE224C0-B654-444E-9919-ED2ADE9C3805}" dt="2024-07-04T17:14:25.117" v="12211" actId="478"/>
          <ac:picMkLst>
            <pc:docMk/>
            <pc:sldMk cId="1954508941" sldId="294"/>
            <ac:picMk id="14" creationId="{0A520473-0F85-2086-A5BA-1A8E58FC3306}"/>
          </ac:picMkLst>
        </pc:picChg>
        <pc:picChg chg="mod">
          <ac:chgData name="Ben Kelly" userId="c94d8882-69fe-4a70-b219-d94260460edf" providerId="ADAL" clId="{7BE224C0-B654-444E-9919-ED2ADE9C3805}" dt="2024-07-04T17:14:35.321" v="12213" actId="1076"/>
          <ac:picMkLst>
            <pc:docMk/>
            <pc:sldMk cId="1954508941" sldId="294"/>
            <ac:picMk id="27" creationId="{9CD00CF1-E2F2-5745-FAC5-D8960F0C93D2}"/>
          </ac:picMkLst>
        </pc:picChg>
        <pc:picChg chg="mod">
          <ac:chgData name="Ben Kelly" userId="c94d8882-69fe-4a70-b219-d94260460edf" providerId="ADAL" clId="{7BE224C0-B654-444E-9919-ED2ADE9C3805}" dt="2024-07-04T17:14:49.150" v="12215" actId="1076"/>
          <ac:picMkLst>
            <pc:docMk/>
            <pc:sldMk cId="1954508941" sldId="294"/>
            <ac:picMk id="29" creationId="{DBA11EA0-A1D5-54E0-572B-6DEB2E36C5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8D1B1-4AE7-4C13-9C44-6BA05B7CBA7F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0FD96-1694-472A-A6EE-3D587E3A7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71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916-B8E6-42C5-9386-13233D3E1BC5}" type="datetimeFigureOut">
              <a:rPr lang="en-GB" smtClean="0"/>
              <a:pPr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3916-B8E6-42C5-9386-13233D3E1BC5}" type="datetimeFigureOut">
              <a:rPr lang="en-GB" smtClean="0"/>
              <a:pPr/>
              <a:t>21/03/2026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B7D5-499F-4B09-964E-89C62A3968E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FA26C97E-B23C-B999-2616-1AB43277DF9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911790"/>
            <a:ext cx="1754799" cy="8273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8.e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9.e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22.e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5" Type="http://schemas.openxmlformats.org/officeDocument/2006/relationships/image" Target="../media/image35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2.emf"/><Relationship Id="rId1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832649"/>
            <a:ext cx="12192000" cy="1052735"/>
          </a:xfrm>
          <a:prstGeom prst="rect">
            <a:avLst/>
          </a:prstGeom>
          <a:solidFill>
            <a:srgbClr val="0CC6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>
              <a:solidFill>
                <a:prstClr val="white"/>
              </a:solidFill>
            </a:endParaRPr>
          </a:p>
        </p:txBody>
      </p:sp>
      <p:pic>
        <p:nvPicPr>
          <p:cNvPr id="5" name="Picture 4" descr="A picture containing text, graphics, font, logo&#10;&#10;Description automatically generated">
            <a:extLst>
              <a:ext uri="{FF2B5EF4-FFF2-40B4-BE49-F238E27FC236}">
                <a16:creationId xmlns:a16="http://schemas.microsoft.com/office/drawing/2014/main" id="{A3835771-ED29-9B48-8205-03CEE414BF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5986029"/>
            <a:ext cx="1754799" cy="827347"/>
          </a:xfrm>
          <a:prstGeom prst="rect">
            <a:avLst/>
          </a:prstGeom>
        </p:spPr>
      </p:pic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472EF437-24DB-3CFB-27AA-9A4219939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6054957"/>
            <a:ext cx="2757952" cy="68948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B8F23CF6-E2C2-275D-76BF-50D6B3E908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64" y="6028338"/>
            <a:ext cx="2386272" cy="6909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AA113F-03F5-5648-9373-80A974CF0888}"/>
              </a:ext>
            </a:extLst>
          </p:cNvPr>
          <p:cNvSpPr/>
          <p:nvPr/>
        </p:nvSpPr>
        <p:spPr>
          <a:xfrm>
            <a:off x="0" y="0"/>
            <a:ext cx="12192000" cy="272722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spc="300" dirty="0">
                <a:solidFill>
                  <a:schemeClr val="bg1"/>
                </a:solidFill>
                <a:latin typeface="Aptos Display" panose="020B0004020202020204" pitchFamily="34" charset="0"/>
              </a:rPr>
              <a:t>Chemical probes to reveal protein structure and function: Applications in Antibiotic research</a:t>
            </a:r>
            <a:endParaRPr lang="en-GB" sz="3600" b="1" dirty="0">
              <a:latin typeface="Aptos Display" panose="020B0004020202020204" pitchFamily="34" charset="0"/>
            </a:endParaRPr>
          </a:p>
        </p:txBody>
      </p:sp>
      <p:pic>
        <p:nvPicPr>
          <p:cNvPr id="10" name="Picture 9" descr="A close-up of some colorful ribbons&#10;&#10;Description automatically generated with medium confidence">
            <a:extLst>
              <a:ext uri="{FF2B5EF4-FFF2-40B4-BE49-F238E27FC236}">
                <a16:creationId xmlns:a16="http://schemas.microsoft.com/office/drawing/2014/main" id="{ED2490BD-B84A-7167-728C-69BD05D745F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9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4817">
            <a:off x="-36310" y="2812161"/>
            <a:ext cx="2270952" cy="2727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556D97-017F-E99F-3BFE-2AA1F3A7BD46}"/>
              </a:ext>
            </a:extLst>
          </p:cNvPr>
          <p:cNvSpPr txBox="1"/>
          <p:nvPr/>
        </p:nvSpPr>
        <p:spPr>
          <a:xfrm>
            <a:off x="1775520" y="3446140"/>
            <a:ext cx="89164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GB" sz="2400" spc="300" dirty="0">
                <a:latin typeface="Aptos Display" panose="020B0004020202020204" pitchFamily="34" charset="0"/>
              </a:rPr>
              <a:t>TECS CDT Summer Conference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2400" spc="300" dirty="0">
                <a:latin typeface="Aptos Display" panose="020B0004020202020204" pitchFamily="34" charset="0"/>
              </a:rPr>
              <a:t>Date: xxx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2000" spc="300" dirty="0">
              <a:latin typeface="Aptos Display" panose="020B00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GB" sz="1800" b="1" spc="300" dirty="0">
              <a:latin typeface="Aptos Display" panose="020B00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2000" b="1" spc="300" dirty="0">
                <a:latin typeface="Aptos Display" panose="020B0004020202020204" pitchFamily="34" charset="0"/>
              </a:rPr>
              <a:t>Benjamin Kelly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2000" b="1" spc="300" dirty="0">
                <a:latin typeface="Aptos Display" panose="020B0004020202020204" pitchFamily="34" charset="0"/>
              </a:rPr>
              <a:t>Supervisors: xxx, xxx</a:t>
            </a:r>
          </a:p>
        </p:txBody>
      </p:sp>
      <p:pic>
        <p:nvPicPr>
          <p:cNvPr id="11" name="Picture 10" descr="A close-up of some colorful ribbons&#10;&#10;Description automatically generated with medium confidence">
            <a:extLst>
              <a:ext uri="{FF2B5EF4-FFF2-40B4-BE49-F238E27FC236}">
                <a16:creationId xmlns:a16="http://schemas.microsoft.com/office/drawing/2014/main" id="{F3B82711-58E3-67B0-A394-0C9180D87BF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9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183" flipH="1">
            <a:off x="9957358" y="2830778"/>
            <a:ext cx="2270952" cy="272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49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5B8-6236-87E9-67D9-7DD20D98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32" y="2286000"/>
            <a:ext cx="3110136" cy="1143000"/>
          </a:xfrm>
        </p:spPr>
        <p:txBody>
          <a:bodyPr/>
          <a:lstStyle/>
          <a:p>
            <a:r>
              <a:rPr lang="en-GB" b="1" dirty="0">
                <a:latin typeface="Franklin Gothic Book" panose="020B0503020102020204" pitchFamily="34" charset="0"/>
              </a:rPr>
              <a:t>Purpose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ACFC2-B2FD-E0B2-1146-0118C67E0D23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D54BB-1875-76EF-00FD-D2D9CFDBE959}"/>
              </a:ext>
            </a:extLst>
          </p:cNvPr>
          <p:cNvCxnSpPr>
            <a:cxnSpLocks/>
          </p:cNvCxnSpPr>
          <p:nvPr/>
        </p:nvCxnSpPr>
        <p:spPr>
          <a:xfrm>
            <a:off x="6096000" y="4631123"/>
            <a:ext cx="0" cy="2236017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ABDE669-BE6C-4778-10A7-5ECE73AA89F8}"/>
              </a:ext>
            </a:extLst>
          </p:cNvPr>
          <p:cNvSpPr/>
          <p:nvPr/>
        </p:nvSpPr>
        <p:spPr>
          <a:xfrm>
            <a:off x="5807969" y="4297362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25907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ACFC2-B2FD-E0B2-1146-0118C67E0D23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D54BB-1875-76EF-00FD-D2D9CFDBE95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417638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16C9570-9513-3EC1-BE34-0A9BB07BAE4E}"/>
              </a:ext>
            </a:extLst>
          </p:cNvPr>
          <p:cNvSpPr/>
          <p:nvPr/>
        </p:nvSpPr>
        <p:spPr>
          <a:xfrm>
            <a:off x="5807969" y="1149900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6DDFC-B714-1170-2E1A-ADDBBDFC013C}"/>
              </a:ext>
            </a:extLst>
          </p:cNvPr>
          <p:cNvSpPr txBox="1"/>
          <p:nvPr/>
        </p:nvSpPr>
        <p:spPr>
          <a:xfrm>
            <a:off x="3311440" y="2967335"/>
            <a:ext cx="5569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Misuse and over-reliance on antimicrobials in humans, animals and plants has led to the development of drug-resistant pathogens.</a:t>
            </a:r>
          </a:p>
        </p:txBody>
      </p:sp>
      <p:pic>
        <p:nvPicPr>
          <p:cNvPr id="24" name="Picture 23" descr="How Do Bacteria Get Nutrition? - Global Garden">
            <a:extLst>
              <a:ext uri="{FF2B5EF4-FFF2-40B4-BE49-F238E27FC236}">
                <a16:creationId xmlns:a16="http://schemas.microsoft.com/office/drawing/2014/main" id="{FBDFCB6E-896C-D057-6F2F-78D6947C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4" b="4183"/>
          <a:stretch>
            <a:fillRect/>
          </a:stretch>
        </p:blipFill>
        <p:spPr bwMode="auto">
          <a:xfrm>
            <a:off x="7752184" y="-234213"/>
            <a:ext cx="4724913" cy="2833792"/>
          </a:xfrm>
          <a:custGeom>
            <a:avLst/>
            <a:gdLst>
              <a:gd name="connsiteX0" fmla="*/ 4131903 w 9501999"/>
              <a:gd name="connsiteY0" fmla="*/ 4105777 h 5698875"/>
              <a:gd name="connsiteX1" fmla="*/ 4470909 w 9501999"/>
              <a:gd name="connsiteY1" fmla="*/ 4275204 h 5698875"/>
              <a:gd name="connsiteX2" fmla="*/ 4421393 w 9501999"/>
              <a:gd name="connsiteY2" fmla="*/ 4973728 h 5698875"/>
              <a:gd name="connsiteX3" fmla="*/ 4404717 w 9501999"/>
              <a:gd name="connsiteY3" fmla="*/ 4988196 h 5698875"/>
              <a:gd name="connsiteX4" fmla="*/ 3706194 w 9501999"/>
              <a:gd name="connsiteY4" fmla="*/ 4938681 h 5698875"/>
              <a:gd name="connsiteX5" fmla="*/ 3755709 w 9501999"/>
              <a:gd name="connsiteY5" fmla="*/ 4240157 h 5698875"/>
              <a:gd name="connsiteX6" fmla="*/ 3772385 w 9501999"/>
              <a:gd name="connsiteY6" fmla="*/ 4225689 h 5698875"/>
              <a:gd name="connsiteX7" fmla="*/ 4131903 w 9501999"/>
              <a:gd name="connsiteY7" fmla="*/ 4105777 h 5698875"/>
              <a:gd name="connsiteX8" fmla="*/ 9501999 w 9501999"/>
              <a:gd name="connsiteY8" fmla="*/ 953972 h 5698875"/>
              <a:gd name="connsiteX9" fmla="*/ 9501999 w 9501999"/>
              <a:gd name="connsiteY9" fmla="*/ 2450875 h 5698875"/>
              <a:gd name="connsiteX10" fmla="*/ 5917824 w 9501999"/>
              <a:gd name="connsiteY10" fmla="*/ 5560550 h 5698875"/>
              <a:gd name="connsiteX11" fmla="*/ 5120326 w 9501999"/>
              <a:gd name="connsiteY11" fmla="*/ 5504019 h 5698875"/>
              <a:gd name="connsiteX12" fmla="*/ 5176857 w 9501999"/>
              <a:gd name="connsiteY12" fmla="*/ 4706520 h 5698875"/>
              <a:gd name="connsiteX13" fmla="*/ 887362 w 9501999"/>
              <a:gd name="connsiteY13" fmla="*/ 553038 h 5698875"/>
              <a:gd name="connsiteX14" fmla="*/ 1226369 w 9501999"/>
              <a:gd name="connsiteY14" fmla="*/ 722464 h 5698875"/>
              <a:gd name="connsiteX15" fmla="*/ 1176853 w 9501999"/>
              <a:gd name="connsiteY15" fmla="*/ 1420987 h 5698875"/>
              <a:gd name="connsiteX16" fmla="*/ 819682 w 9501999"/>
              <a:gd name="connsiteY16" fmla="*/ 1730873 h 5698875"/>
              <a:gd name="connsiteX17" fmla="*/ 121159 w 9501999"/>
              <a:gd name="connsiteY17" fmla="*/ 1681358 h 5698875"/>
              <a:gd name="connsiteX18" fmla="*/ 170674 w 9501999"/>
              <a:gd name="connsiteY18" fmla="*/ 982834 h 5698875"/>
              <a:gd name="connsiteX19" fmla="*/ 527845 w 9501999"/>
              <a:gd name="connsiteY19" fmla="*/ 672948 h 5698875"/>
              <a:gd name="connsiteX20" fmla="*/ 887362 w 9501999"/>
              <a:gd name="connsiteY20" fmla="*/ 553038 h 5698875"/>
              <a:gd name="connsiteX21" fmla="*/ 8588095 w 9501999"/>
              <a:gd name="connsiteY21" fmla="*/ 0 h 5698875"/>
              <a:gd name="connsiteX22" fmla="*/ 9501999 w 9501999"/>
              <a:gd name="connsiteY22" fmla="*/ 0 h 5698875"/>
              <a:gd name="connsiteX23" fmla="*/ 9501999 w 9501999"/>
              <a:gd name="connsiteY23" fmla="*/ 518212 h 5698875"/>
              <a:gd name="connsiteX24" fmla="*/ 5268814 w 9501999"/>
              <a:gd name="connsiteY24" fmla="*/ 4190977 h 5698875"/>
              <a:gd name="connsiteX25" fmla="*/ 4570289 w 9501999"/>
              <a:gd name="connsiteY25" fmla="*/ 4141462 h 5698875"/>
              <a:gd name="connsiteX26" fmla="*/ 4619805 w 9501999"/>
              <a:gd name="connsiteY26" fmla="*/ 3442939 h 5698875"/>
              <a:gd name="connsiteX27" fmla="*/ 5442741 w 9501999"/>
              <a:gd name="connsiteY27" fmla="*/ 0 h 5698875"/>
              <a:gd name="connsiteX28" fmla="*/ 7800007 w 9501999"/>
              <a:gd name="connsiteY28" fmla="*/ 0 h 5698875"/>
              <a:gd name="connsiteX29" fmla="*/ 7773865 w 9501999"/>
              <a:gd name="connsiteY29" fmla="*/ 155729 h 5698875"/>
              <a:gd name="connsiteX30" fmla="*/ 7494679 w 9501999"/>
              <a:gd name="connsiteY30" fmla="*/ 601325 h 5698875"/>
              <a:gd name="connsiteX31" fmla="*/ 2287652 w 9501999"/>
              <a:gd name="connsiteY31" fmla="*/ 5119004 h 5698875"/>
              <a:gd name="connsiteX32" fmla="*/ 1018811 w 9501999"/>
              <a:gd name="connsiteY32" fmla="*/ 5029061 h 5698875"/>
              <a:gd name="connsiteX33" fmla="*/ 1018813 w 9501999"/>
              <a:gd name="connsiteY33" fmla="*/ 5029062 h 5698875"/>
              <a:gd name="connsiteX34" fmla="*/ 1108756 w 9501999"/>
              <a:gd name="connsiteY34" fmla="*/ 3760220 h 5698875"/>
              <a:gd name="connsiteX35" fmla="*/ 3021069 w 9501999"/>
              <a:gd name="connsiteY35" fmla="*/ 0 h 5698875"/>
              <a:gd name="connsiteX36" fmla="*/ 5022506 w 9501999"/>
              <a:gd name="connsiteY36" fmla="*/ 0 h 5698875"/>
              <a:gd name="connsiteX37" fmla="*/ 1269731 w 9501999"/>
              <a:gd name="connsiteY37" fmla="*/ 3255954 h 5698875"/>
              <a:gd name="connsiteX38" fmla="*/ 344599 w 9501999"/>
              <a:gd name="connsiteY38" fmla="*/ 3190375 h 5698875"/>
              <a:gd name="connsiteX39" fmla="*/ 410178 w 9501999"/>
              <a:gd name="connsiteY39" fmla="*/ 2265243 h 5698875"/>
              <a:gd name="connsiteX40" fmla="*/ 1336664 w 9501999"/>
              <a:gd name="connsiteY40" fmla="*/ 0 h 5698875"/>
              <a:gd name="connsiteX41" fmla="*/ 2830500 w 9501999"/>
              <a:gd name="connsiteY41" fmla="*/ 0 h 5698875"/>
              <a:gd name="connsiteX42" fmla="*/ 2056788 w 9501999"/>
              <a:gd name="connsiteY42" fmla="*/ 671282 h 5698875"/>
              <a:gd name="connsiteX43" fmla="*/ 1358265 w 9501999"/>
              <a:gd name="connsiteY43" fmla="*/ 621767 h 5698875"/>
              <a:gd name="connsiteX44" fmla="*/ 1287697 w 9501999"/>
              <a:gd name="connsiteY44" fmla="*/ 78948 h 5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501999" h="5698875">
                <a:moveTo>
                  <a:pt x="4131903" y="4105777"/>
                </a:moveTo>
                <a:cubicBezTo>
                  <a:pt x="4258310" y="4114737"/>
                  <a:pt x="4381300" y="4171921"/>
                  <a:pt x="4470909" y="4275204"/>
                </a:cubicBezTo>
                <a:cubicBezTo>
                  <a:pt x="4650127" y="4481770"/>
                  <a:pt x="4627959" y="4794508"/>
                  <a:pt x="4421393" y="4973728"/>
                </a:cubicBezTo>
                <a:lnTo>
                  <a:pt x="4404717" y="4988196"/>
                </a:lnTo>
                <a:cubicBezTo>
                  <a:pt x="4198152" y="5167415"/>
                  <a:pt x="3885411" y="5145247"/>
                  <a:pt x="3706194" y="4938681"/>
                </a:cubicBezTo>
                <a:cubicBezTo>
                  <a:pt x="3526975" y="4732115"/>
                  <a:pt x="3549143" y="4419377"/>
                  <a:pt x="3755709" y="4240157"/>
                </a:cubicBezTo>
                <a:lnTo>
                  <a:pt x="3772385" y="4225689"/>
                </a:lnTo>
                <a:cubicBezTo>
                  <a:pt x="3875668" y="4136079"/>
                  <a:pt x="4005495" y="4096816"/>
                  <a:pt x="4131903" y="4105777"/>
                </a:cubicBezTo>
                <a:close/>
                <a:moveTo>
                  <a:pt x="9501999" y="953972"/>
                </a:moveTo>
                <a:lnTo>
                  <a:pt x="9501999" y="2450875"/>
                </a:lnTo>
                <a:lnTo>
                  <a:pt x="5917824" y="5560550"/>
                </a:lnTo>
                <a:cubicBezTo>
                  <a:pt x="5681991" y="5765163"/>
                  <a:pt x="5324938" y="5739853"/>
                  <a:pt x="5120326" y="5504019"/>
                </a:cubicBezTo>
                <a:cubicBezTo>
                  <a:pt x="4915712" y="5268184"/>
                  <a:pt x="4941023" y="4911132"/>
                  <a:pt x="5176857" y="4706520"/>
                </a:cubicBezTo>
                <a:close/>
                <a:moveTo>
                  <a:pt x="887362" y="553038"/>
                </a:moveTo>
                <a:cubicBezTo>
                  <a:pt x="1013770" y="561998"/>
                  <a:pt x="1136759" y="619181"/>
                  <a:pt x="1226369" y="722464"/>
                </a:cubicBezTo>
                <a:cubicBezTo>
                  <a:pt x="1405587" y="929029"/>
                  <a:pt x="1383419" y="1241769"/>
                  <a:pt x="1176853" y="1420987"/>
                </a:cubicBezTo>
                <a:lnTo>
                  <a:pt x="819682" y="1730873"/>
                </a:lnTo>
                <a:cubicBezTo>
                  <a:pt x="613117" y="1910092"/>
                  <a:pt x="300377" y="1887923"/>
                  <a:pt x="121159" y="1681358"/>
                </a:cubicBezTo>
                <a:cubicBezTo>
                  <a:pt x="-58060" y="1474792"/>
                  <a:pt x="-35892" y="1162053"/>
                  <a:pt x="170674" y="982834"/>
                </a:cubicBezTo>
                <a:lnTo>
                  <a:pt x="527845" y="672948"/>
                </a:lnTo>
                <a:cubicBezTo>
                  <a:pt x="631128" y="583340"/>
                  <a:pt x="760954" y="544076"/>
                  <a:pt x="887362" y="553038"/>
                </a:cubicBezTo>
                <a:close/>
                <a:moveTo>
                  <a:pt x="8588095" y="0"/>
                </a:moveTo>
                <a:lnTo>
                  <a:pt x="9501999" y="0"/>
                </a:lnTo>
                <a:lnTo>
                  <a:pt x="9501999" y="518212"/>
                </a:lnTo>
                <a:lnTo>
                  <a:pt x="5268814" y="4190977"/>
                </a:lnTo>
                <a:cubicBezTo>
                  <a:pt x="5062247" y="4370196"/>
                  <a:pt x="4749508" y="4348028"/>
                  <a:pt x="4570289" y="4141462"/>
                </a:cubicBezTo>
                <a:cubicBezTo>
                  <a:pt x="4391071" y="3934897"/>
                  <a:pt x="4413240" y="3622157"/>
                  <a:pt x="4619805" y="3442939"/>
                </a:cubicBezTo>
                <a:close/>
                <a:moveTo>
                  <a:pt x="5442741" y="0"/>
                </a:moveTo>
                <a:lnTo>
                  <a:pt x="7800007" y="0"/>
                </a:lnTo>
                <a:lnTo>
                  <a:pt x="7773865" y="155729"/>
                </a:lnTo>
                <a:cubicBezTo>
                  <a:pt x="7728990" y="323060"/>
                  <a:pt x="7635386" y="479246"/>
                  <a:pt x="7494679" y="601325"/>
                </a:cubicBezTo>
                <a:cubicBezTo>
                  <a:pt x="5759004" y="2107217"/>
                  <a:pt x="4023327" y="3613111"/>
                  <a:pt x="2287652" y="5119004"/>
                </a:cubicBezTo>
                <a:cubicBezTo>
                  <a:pt x="1912434" y="5444548"/>
                  <a:pt x="1344355" y="5404280"/>
                  <a:pt x="1018811" y="5029061"/>
                </a:cubicBezTo>
                <a:lnTo>
                  <a:pt x="1018813" y="5029062"/>
                </a:lnTo>
                <a:cubicBezTo>
                  <a:pt x="693268" y="4653843"/>
                  <a:pt x="733538" y="4085764"/>
                  <a:pt x="1108756" y="3760220"/>
                </a:cubicBezTo>
                <a:close/>
                <a:moveTo>
                  <a:pt x="3021069" y="0"/>
                </a:moveTo>
                <a:lnTo>
                  <a:pt x="5022506" y="0"/>
                </a:lnTo>
                <a:lnTo>
                  <a:pt x="1269731" y="3255954"/>
                </a:lnTo>
                <a:cubicBezTo>
                  <a:pt x="996153" y="3493313"/>
                  <a:pt x="581958" y="3463953"/>
                  <a:pt x="344599" y="3190375"/>
                </a:cubicBezTo>
                <a:cubicBezTo>
                  <a:pt x="107240" y="2916798"/>
                  <a:pt x="136601" y="2502602"/>
                  <a:pt x="410178" y="2265243"/>
                </a:cubicBezTo>
                <a:close/>
                <a:moveTo>
                  <a:pt x="1336664" y="0"/>
                </a:moveTo>
                <a:lnTo>
                  <a:pt x="2830500" y="0"/>
                </a:lnTo>
                <a:lnTo>
                  <a:pt x="2056788" y="671282"/>
                </a:lnTo>
                <a:cubicBezTo>
                  <a:pt x="1850223" y="850500"/>
                  <a:pt x="1537483" y="828332"/>
                  <a:pt x="1358265" y="621767"/>
                </a:cubicBezTo>
                <a:cubicBezTo>
                  <a:pt x="1223852" y="466843"/>
                  <a:pt x="1202718" y="252196"/>
                  <a:pt x="1287697" y="78948"/>
                </a:cubicBezTo>
                <a:close/>
              </a:path>
            </a:pathLst>
          </a:custGeom>
          <a:noFill/>
          <a:effectLst>
            <a:innerShdw blurRad="711200" dist="50800" dir="13500000">
              <a:prstClr val="black">
                <a:alpha val="82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6399ABCB-ABDD-E1BD-30E7-EAFD60140A4B}"/>
              </a:ext>
            </a:extLst>
          </p:cNvPr>
          <p:cNvSpPr/>
          <p:nvPr/>
        </p:nvSpPr>
        <p:spPr>
          <a:xfrm>
            <a:off x="9367387" y="3145144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7AD369-8EC6-DF09-520A-00091F170AA2}"/>
              </a:ext>
            </a:extLst>
          </p:cNvPr>
          <p:cNvCxnSpPr>
            <a:cxnSpLocks/>
          </p:cNvCxnSpPr>
          <p:nvPr/>
        </p:nvCxnSpPr>
        <p:spPr>
          <a:xfrm flipH="1">
            <a:off x="9943448" y="3412881"/>
            <a:ext cx="2248552" cy="1611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95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ACFC2-B2FD-E0B2-1146-0118C67E0D23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6DDFC-B714-1170-2E1A-ADDBBDFC013C}"/>
              </a:ext>
            </a:extLst>
          </p:cNvPr>
          <p:cNvSpPr txBox="1"/>
          <p:nvPr/>
        </p:nvSpPr>
        <p:spPr>
          <a:xfrm>
            <a:off x="3311440" y="2967335"/>
            <a:ext cx="53699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Antimicrobial resistance (AMR) is one of the most pressing global health threats. It is estimated that bacterial AMR contributed to 4.95 million deaths (WHO, 2019)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7AD369-8EC6-DF09-520A-00091F170AA2}"/>
              </a:ext>
            </a:extLst>
          </p:cNvPr>
          <p:cNvCxnSpPr>
            <a:cxnSpLocks/>
          </p:cNvCxnSpPr>
          <p:nvPr/>
        </p:nvCxnSpPr>
        <p:spPr>
          <a:xfrm flipH="1">
            <a:off x="-8670" y="3392365"/>
            <a:ext cx="2248552" cy="1611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399ABCB-ABDD-E1BD-30E7-EAFD60140A4B}"/>
              </a:ext>
            </a:extLst>
          </p:cNvPr>
          <p:cNvSpPr/>
          <p:nvPr/>
        </p:nvSpPr>
        <p:spPr>
          <a:xfrm>
            <a:off x="1951852" y="3109549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40D793-B08C-AACB-F46E-924A80D2A3DB}"/>
              </a:ext>
            </a:extLst>
          </p:cNvPr>
          <p:cNvCxnSpPr>
            <a:cxnSpLocks/>
          </p:cNvCxnSpPr>
          <p:nvPr/>
        </p:nvCxnSpPr>
        <p:spPr>
          <a:xfrm flipH="1">
            <a:off x="10128448" y="3421463"/>
            <a:ext cx="2063552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B6A0D84D-F747-7F49-4169-E7FEACD8771F}"/>
              </a:ext>
            </a:extLst>
          </p:cNvPr>
          <p:cNvSpPr/>
          <p:nvPr/>
        </p:nvSpPr>
        <p:spPr>
          <a:xfrm>
            <a:off x="9657150" y="3145144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British livestock farmers slash on farm antibiotic use by 18% | News | The  Grocer">
            <a:extLst>
              <a:ext uri="{FF2B5EF4-FFF2-40B4-BE49-F238E27FC236}">
                <a16:creationId xmlns:a16="http://schemas.microsoft.com/office/drawing/2014/main" id="{5888B3B2-F883-002B-E070-69515201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712" y="4437112"/>
            <a:ext cx="3326576" cy="18968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buse of Antibiotics in Dentistry | Omega Dental Houston TX">
            <a:extLst>
              <a:ext uri="{FF2B5EF4-FFF2-40B4-BE49-F238E27FC236}">
                <a16:creationId xmlns:a16="http://schemas.microsoft.com/office/drawing/2014/main" id="{1367874B-BDCB-0009-DA31-A52A9CE5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603" y="605959"/>
            <a:ext cx="3100793" cy="186047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B84CAA-9E86-DDC2-2CE7-F040484B0F78}"/>
              </a:ext>
            </a:extLst>
          </p:cNvPr>
          <p:cNvSpPr txBox="1"/>
          <p:nvPr/>
        </p:nvSpPr>
        <p:spPr>
          <a:xfrm>
            <a:off x="2639616" y="6453336"/>
            <a:ext cx="80648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kern="0" dirty="0">
                <a:solidFill>
                  <a:srgbClr val="1E297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Antimicrobial resistance</a:t>
            </a:r>
            <a:r>
              <a:rPr lang="en-GB" sz="1200" kern="0" dirty="0">
                <a:solidFill>
                  <a:srgbClr val="1E297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https://www.who.int/news-room/fact-sheets/detail/antimicrobial-resistance (accessed 2024-06-26).</a:t>
            </a:r>
            <a:endParaRPr lang="en-GB" sz="1200" dirty="0">
              <a:solidFill>
                <a:srgbClr val="1E29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56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ACFC2-B2FD-E0B2-1146-0118C67E0D23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6DDFC-B714-1170-2E1A-ADDBBDFC013C}"/>
              </a:ext>
            </a:extLst>
          </p:cNvPr>
          <p:cNvSpPr txBox="1"/>
          <p:nvPr/>
        </p:nvSpPr>
        <p:spPr>
          <a:xfrm>
            <a:off x="7453968" y="1124744"/>
            <a:ext cx="3936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AMR also incurs significant economic losses, projections from the World Bank estimate US$1 trillion in additional healthcare costs by 2050.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7AD369-8EC6-DF09-520A-00091F170AA2}"/>
              </a:ext>
            </a:extLst>
          </p:cNvPr>
          <p:cNvCxnSpPr>
            <a:cxnSpLocks/>
          </p:cNvCxnSpPr>
          <p:nvPr/>
        </p:nvCxnSpPr>
        <p:spPr>
          <a:xfrm flipH="1">
            <a:off x="-96688" y="3429000"/>
            <a:ext cx="5926859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6F29AE-7D3B-EC4B-66E7-2DA84BE9186F}"/>
              </a:ext>
            </a:extLst>
          </p:cNvPr>
          <p:cNvCxnSpPr>
            <a:cxnSpLocks/>
          </p:cNvCxnSpPr>
          <p:nvPr/>
        </p:nvCxnSpPr>
        <p:spPr>
          <a:xfrm>
            <a:off x="6096000" y="3628905"/>
            <a:ext cx="0" cy="3256479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399ABCB-ABDD-E1BD-30E7-EAFD60140A4B}"/>
              </a:ext>
            </a:extLst>
          </p:cNvPr>
          <p:cNvSpPr/>
          <p:nvPr/>
        </p:nvSpPr>
        <p:spPr>
          <a:xfrm>
            <a:off x="5807969" y="3181557"/>
            <a:ext cx="576061" cy="53547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burning banknotes">
            <a:extLst>
              <a:ext uri="{FF2B5EF4-FFF2-40B4-BE49-F238E27FC236}">
                <a16:creationId xmlns:a16="http://schemas.microsoft.com/office/drawing/2014/main" id="{8253ADA9-D6AE-6F82-5617-A8A2BAA19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08" t="123" r="23866" b="2196"/>
          <a:stretch/>
        </p:blipFill>
        <p:spPr bwMode="auto">
          <a:xfrm>
            <a:off x="7528049" y="2636912"/>
            <a:ext cx="3680519" cy="2736304"/>
          </a:xfrm>
          <a:custGeom>
            <a:avLst/>
            <a:gdLst>
              <a:gd name="connsiteX0" fmla="*/ 0 w 8065472"/>
              <a:gd name="connsiteY0" fmla="*/ 0 h 5996323"/>
              <a:gd name="connsiteX1" fmla="*/ 8065472 w 8065472"/>
              <a:gd name="connsiteY1" fmla="*/ 0 h 5996323"/>
              <a:gd name="connsiteX2" fmla="*/ 4032736 w 8065472"/>
              <a:gd name="connsiteY2" fmla="*/ 5996323 h 5996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65472" h="5996323">
                <a:moveTo>
                  <a:pt x="0" y="0"/>
                </a:moveTo>
                <a:lnTo>
                  <a:pt x="8065472" y="0"/>
                </a:lnTo>
                <a:lnTo>
                  <a:pt x="4032736" y="5996323"/>
                </a:lnTo>
                <a:close/>
              </a:path>
            </a:pathLst>
          </a:custGeom>
          <a:effectLst>
            <a:outerShdw blurRad="1079500" dist="50800" dir="5400000" algn="ctr" rotWithShape="0">
              <a:srgbClr val="000000">
                <a:alpha val="2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C0149-0EC6-DC0E-E05A-3FA0082CD5AE}"/>
              </a:ext>
            </a:extLst>
          </p:cNvPr>
          <p:cNvSpPr txBox="1"/>
          <p:nvPr/>
        </p:nvSpPr>
        <p:spPr>
          <a:xfrm>
            <a:off x="7248128" y="6279703"/>
            <a:ext cx="4248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kern="0" dirty="0">
                <a:solidFill>
                  <a:srgbClr val="1E297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Antimicrobial resistance</a:t>
            </a:r>
            <a:r>
              <a:rPr lang="en-GB" sz="1200" kern="0" dirty="0">
                <a:solidFill>
                  <a:srgbClr val="1E297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https://www.who.int/news-room/fact-sheets/detail/antimicrobial-resistance (accessed 2024-06-26).</a:t>
            </a:r>
            <a:endParaRPr lang="en-GB" sz="1200" dirty="0">
              <a:solidFill>
                <a:srgbClr val="1E29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39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CACFC2-B2FD-E0B2-1146-0118C67E0D23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6DDFC-B714-1170-2E1A-ADDBBDFC013C}"/>
              </a:ext>
            </a:extLst>
          </p:cNvPr>
          <p:cNvSpPr txBox="1"/>
          <p:nvPr/>
        </p:nvSpPr>
        <p:spPr>
          <a:xfrm>
            <a:off x="3088806" y="1359196"/>
            <a:ext cx="60041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Urgent need to tackle the antibiotic pipeline crisis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6F29AE-7D3B-EC4B-66E7-2DA84BE9186F}"/>
              </a:ext>
            </a:extLst>
          </p:cNvPr>
          <p:cNvCxnSpPr>
            <a:cxnSpLocks/>
          </p:cNvCxnSpPr>
          <p:nvPr/>
        </p:nvCxnSpPr>
        <p:spPr>
          <a:xfrm flipH="1">
            <a:off x="6096000" y="0"/>
            <a:ext cx="2" cy="782707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6399ABCB-ABDD-E1BD-30E7-EAFD60140A4B}"/>
              </a:ext>
            </a:extLst>
          </p:cNvPr>
          <p:cNvSpPr/>
          <p:nvPr/>
        </p:nvSpPr>
        <p:spPr>
          <a:xfrm>
            <a:off x="5822133" y="770318"/>
            <a:ext cx="547733" cy="5234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0417-4A1D-DE36-F1C3-7A9E26BAE4B9}"/>
              </a:ext>
            </a:extLst>
          </p:cNvPr>
          <p:cNvSpPr txBox="1"/>
          <p:nvPr/>
        </p:nvSpPr>
        <p:spPr>
          <a:xfrm>
            <a:off x="764452" y="2430833"/>
            <a:ext cx="106528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Inadequate volume of research into targeting the next class of antibiotics</a:t>
            </a: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 recent review (2017-2020) of newly approved and in-pipeline phase III antibiotics reveals the compounds are mainly for treating skin infections and acquired bacterial pneumonia.</a:t>
            </a: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Most of these new marketed antibiotics were found to be analogues of pre-existing antimicrobial agents, most showing little effectiveness against high priority organisms.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D979B2-9DAD-A556-3971-CDF95EF9C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6" r="3106"/>
          <a:stretch/>
        </p:blipFill>
        <p:spPr bwMode="auto">
          <a:xfrm>
            <a:off x="9552384" y="-80492"/>
            <a:ext cx="3384149" cy="2029662"/>
          </a:xfrm>
          <a:custGeom>
            <a:avLst/>
            <a:gdLst>
              <a:gd name="connsiteX0" fmla="*/ 4131903 w 9501999"/>
              <a:gd name="connsiteY0" fmla="*/ 4105777 h 5698875"/>
              <a:gd name="connsiteX1" fmla="*/ 4470909 w 9501999"/>
              <a:gd name="connsiteY1" fmla="*/ 4275204 h 5698875"/>
              <a:gd name="connsiteX2" fmla="*/ 4421393 w 9501999"/>
              <a:gd name="connsiteY2" fmla="*/ 4973728 h 5698875"/>
              <a:gd name="connsiteX3" fmla="*/ 4404717 w 9501999"/>
              <a:gd name="connsiteY3" fmla="*/ 4988196 h 5698875"/>
              <a:gd name="connsiteX4" fmla="*/ 3706194 w 9501999"/>
              <a:gd name="connsiteY4" fmla="*/ 4938681 h 5698875"/>
              <a:gd name="connsiteX5" fmla="*/ 3755709 w 9501999"/>
              <a:gd name="connsiteY5" fmla="*/ 4240157 h 5698875"/>
              <a:gd name="connsiteX6" fmla="*/ 3772385 w 9501999"/>
              <a:gd name="connsiteY6" fmla="*/ 4225689 h 5698875"/>
              <a:gd name="connsiteX7" fmla="*/ 4131903 w 9501999"/>
              <a:gd name="connsiteY7" fmla="*/ 4105777 h 5698875"/>
              <a:gd name="connsiteX8" fmla="*/ 9501999 w 9501999"/>
              <a:gd name="connsiteY8" fmla="*/ 953972 h 5698875"/>
              <a:gd name="connsiteX9" fmla="*/ 9501999 w 9501999"/>
              <a:gd name="connsiteY9" fmla="*/ 2450875 h 5698875"/>
              <a:gd name="connsiteX10" fmla="*/ 5917824 w 9501999"/>
              <a:gd name="connsiteY10" fmla="*/ 5560550 h 5698875"/>
              <a:gd name="connsiteX11" fmla="*/ 5120326 w 9501999"/>
              <a:gd name="connsiteY11" fmla="*/ 5504019 h 5698875"/>
              <a:gd name="connsiteX12" fmla="*/ 5176857 w 9501999"/>
              <a:gd name="connsiteY12" fmla="*/ 4706520 h 5698875"/>
              <a:gd name="connsiteX13" fmla="*/ 887362 w 9501999"/>
              <a:gd name="connsiteY13" fmla="*/ 553038 h 5698875"/>
              <a:gd name="connsiteX14" fmla="*/ 1226369 w 9501999"/>
              <a:gd name="connsiteY14" fmla="*/ 722464 h 5698875"/>
              <a:gd name="connsiteX15" fmla="*/ 1176853 w 9501999"/>
              <a:gd name="connsiteY15" fmla="*/ 1420987 h 5698875"/>
              <a:gd name="connsiteX16" fmla="*/ 819682 w 9501999"/>
              <a:gd name="connsiteY16" fmla="*/ 1730873 h 5698875"/>
              <a:gd name="connsiteX17" fmla="*/ 121159 w 9501999"/>
              <a:gd name="connsiteY17" fmla="*/ 1681358 h 5698875"/>
              <a:gd name="connsiteX18" fmla="*/ 170674 w 9501999"/>
              <a:gd name="connsiteY18" fmla="*/ 982834 h 5698875"/>
              <a:gd name="connsiteX19" fmla="*/ 527845 w 9501999"/>
              <a:gd name="connsiteY19" fmla="*/ 672948 h 5698875"/>
              <a:gd name="connsiteX20" fmla="*/ 887362 w 9501999"/>
              <a:gd name="connsiteY20" fmla="*/ 553038 h 5698875"/>
              <a:gd name="connsiteX21" fmla="*/ 8588095 w 9501999"/>
              <a:gd name="connsiteY21" fmla="*/ 0 h 5698875"/>
              <a:gd name="connsiteX22" fmla="*/ 9501999 w 9501999"/>
              <a:gd name="connsiteY22" fmla="*/ 0 h 5698875"/>
              <a:gd name="connsiteX23" fmla="*/ 9501999 w 9501999"/>
              <a:gd name="connsiteY23" fmla="*/ 518212 h 5698875"/>
              <a:gd name="connsiteX24" fmla="*/ 5268814 w 9501999"/>
              <a:gd name="connsiteY24" fmla="*/ 4190977 h 5698875"/>
              <a:gd name="connsiteX25" fmla="*/ 4570289 w 9501999"/>
              <a:gd name="connsiteY25" fmla="*/ 4141462 h 5698875"/>
              <a:gd name="connsiteX26" fmla="*/ 4619805 w 9501999"/>
              <a:gd name="connsiteY26" fmla="*/ 3442939 h 5698875"/>
              <a:gd name="connsiteX27" fmla="*/ 5442741 w 9501999"/>
              <a:gd name="connsiteY27" fmla="*/ 0 h 5698875"/>
              <a:gd name="connsiteX28" fmla="*/ 7800007 w 9501999"/>
              <a:gd name="connsiteY28" fmla="*/ 0 h 5698875"/>
              <a:gd name="connsiteX29" fmla="*/ 7773865 w 9501999"/>
              <a:gd name="connsiteY29" fmla="*/ 155729 h 5698875"/>
              <a:gd name="connsiteX30" fmla="*/ 7494679 w 9501999"/>
              <a:gd name="connsiteY30" fmla="*/ 601325 h 5698875"/>
              <a:gd name="connsiteX31" fmla="*/ 2287652 w 9501999"/>
              <a:gd name="connsiteY31" fmla="*/ 5119004 h 5698875"/>
              <a:gd name="connsiteX32" fmla="*/ 1018811 w 9501999"/>
              <a:gd name="connsiteY32" fmla="*/ 5029061 h 5698875"/>
              <a:gd name="connsiteX33" fmla="*/ 1018813 w 9501999"/>
              <a:gd name="connsiteY33" fmla="*/ 5029062 h 5698875"/>
              <a:gd name="connsiteX34" fmla="*/ 1108756 w 9501999"/>
              <a:gd name="connsiteY34" fmla="*/ 3760220 h 5698875"/>
              <a:gd name="connsiteX35" fmla="*/ 3021069 w 9501999"/>
              <a:gd name="connsiteY35" fmla="*/ 0 h 5698875"/>
              <a:gd name="connsiteX36" fmla="*/ 5022506 w 9501999"/>
              <a:gd name="connsiteY36" fmla="*/ 0 h 5698875"/>
              <a:gd name="connsiteX37" fmla="*/ 1269731 w 9501999"/>
              <a:gd name="connsiteY37" fmla="*/ 3255954 h 5698875"/>
              <a:gd name="connsiteX38" fmla="*/ 344599 w 9501999"/>
              <a:gd name="connsiteY38" fmla="*/ 3190375 h 5698875"/>
              <a:gd name="connsiteX39" fmla="*/ 410178 w 9501999"/>
              <a:gd name="connsiteY39" fmla="*/ 2265243 h 5698875"/>
              <a:gd name="connsiteX40" fmla="*/ 1336664 w 9501999"/>
              <a:gd name="connsiteY40" fmla="*/ 0 h 5698875"/>
              <a:gd name="connsiteX41" fmla="*/ 2830500 w 9501999"/>
              <a:gd name="connsiteY41" fmla="*/ 0 h 5698875"/>
              <a:gd name="connsiteX42" fmla="*/ 2056788 w 9501999"/>
              <a:gd name="connsiteY42" fmla="*/ 671282 h 5698875"/>
              <a:gd name="connsiteX43" fmla="*/ 1358265 w 9501999"/>
              <a:gd name="connsiteY43" fmla="*/ 621767 h 5698875"/>
              <a:gd name="connsiteX44" fmla="*/ 1287697 w 9501999"/>
              <a:gd name="connsiteY44" fmla="*/ 78948 h 5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501999" h="5698875">
                <a:moveTo>
                  <a:pt x="4131903" y="4105777"/>
                </a:moveTo>
                <a:cubicBezTo>
                  <a:pt x="4258310" y="4114737"/>
                  <a:pt x="4381300" y="4171921"/>
                  <a:pt x="4470909" y="4275204"/>
                </a:cubicBezTo>
                <a:cubicBezTo>
                  <a:pt x="4650127" y="4481770"/>
                  <a:pt x="4627959" y="4794508"/>
                  <a:pt x="4421393" y="4973728"/>
                </a:cubicBezTo>
                <a:lnTo>
                  <a:pt x="4404717" y="4988196"/>
                </a:lnTo>
                <a:cubicBezTo>
                  <a:pt x="4198152" y="5167415"/>
                  <a:pt x="3885411" y="5145247"/>
                  <a:pt x="3706194" y="4938681"/>
                </a:cubicBezTo>
                <a:cubicBezTo>
                  <a:pt x="3526975" y="4732115"/>
                  <a:pt x="3549143" y="4419377"/>
                  <a:pt x="3755709" y="4240157"/>
                </a:cubicBezTo>
                <a:lnTo>
                  <a:pt x="3772385" y="4225689"/>
                </a:lnTo>
                <a:cubicBezTo>
                  <a:pt x="3875668" y="4136079"/>
                  <a:pt x="4005495" y="4096816"/>
                  <a:pt x="4131903" y="4105777"/>
                </a:cubicBezTo>
                <a:close/>
                <a:moveTo>
                  <a:pt x="9501999" y="953972"/>
                </a:moveTo>
                <a:lnTo>
                  <a:pt x="9501999" y="2450875"/>
                </a:lnTo>
                <a:lnTo>
                  <a:pt x="5917824" y="5560550"/>
                </a:lnTo>
                <a:cubicBezTo>
                  <a:pt x="5681991" y="5765163"/>
                  <a:pt x="5324938" y="5739853"/>
                  <a:pt x="5120326" y="5504019"/>
                </a:cubicBezTo>
                <a:cubicBezTo>
                  <a:pt x="4915712" y="5268184"/>
                  <a:pt x="4941023" y="4911132"/>
                  <a:pt x="5176857" y="4706520"/>
                </a:cubicBezTo>
                <a:close/>
                <a:moveTo>
                  <a:pt x="887362" y="553038"/>
                </a:moveTo>
                <a:cubicBezTo>
                  <a:pt x="1013770" y="561998"/>
                  <a:pt x="1136759" y="619181"/>
                  <a:pt x="1226369" y="722464"/>
                </a:cubicBezTo>
                <a:cubicBezTo>
                  <a:pt x="1405587" y="929029"/>
                  <a:pt x="1383419" y="1241769"/>
                  <a:pt x="1176853" y="1420987"/>
                </a:cubicBezTo>
                <a:lnTo>
                  <a:pt x="819682" y="1730873"/>
                </a:lnTo>
                <a:cubicBezTo>
                  <a:pt x="613117" y="1910092"/>
                  <a:pt x="300377" y="1887923"/>
                  <a:pt x="121159" y="1681358"/>
                </a:cubicBezTo>
                <a:cubicBezTo>
                  <a:pt x="-58060" y="1474792"/>
                  <a:pt x="-35892" y="1162053"/>
                  <a:pt x="170674" y="982834"/>
                </a:cubicBezTo>
                <a:lnTo>
                  <a:pt x="527845" y="672948"/>
                </a:lnTo>
                <a:cubicBezTo>
                  <a:pt x="631128" y="583340"/>
                  <a:pt x="760954" y="544076"/>
                  <a:pt x="887362" y="553038"/>
                </a:cubicBezTo>
                <a:close/>
                <a:moveTo>
                  <a:pt x="8588095" y="0"/>
                </a:moveTo>
                <a:lnTo>
                  <a:pt x="9501999" y="0"/>
                </a:lnTo>
                <a:lnTo>
                  <a:pt x="9501999" y="518212"/>
                </a:lnTo>
                <a:lnTo>
                  <a:pt x="5268814" y="4190977"/>
                </a:lnTo>
                <a:cubicBezTo>
                  <a:pt x="5062247" y="4370196"/>
                  <a:pt x="4749508" y="4348028"/>
                  <a:pt x="4570289" y="4141462"/>
                </a:cubicBezTo>
                <a:cubicBezTo>
                  <a:pt x="4391071" y="3934897"/>
                  <a:pt x="4413240" y="3622157"/>
                  <a:pt x="4619805" y="3442939"/>
                </a:cubicBezTo>
                <a:close/>
                <a:moveTo>
                  <a:pt x="5442741" y="0"/>
                </a:moveTo>
                <a:lnTo>
                  <a:pt x="7800007" y="0"/>
                </a:lnTo>
                <a:lnTo>
                  <a:pt x="7773865" y="155729"/>
                </a:lnTo>
                <a:cubicBezTo>
                  <a:pt x="7728990" y="323060"/>
                  <a:pt x="7635386" y="479246"/>
                  <a:pt x="7494679" y="601325"/>
                </a:cubicBezTo>
                <a:cubicBezTo>
                  <a:pt x="5759004" y="2107217"/>
                  <a:pt x="4023327" y="3613111"/>
                  <a:pt x="2287652" y="5119004"/>
                </a:cubicBezTo>
                <a:cubicBezTo>
                  <a:pt x="1912434" y="5444548"/>
                  <a:pt x="1344355" y="5404280"/>
                  <a:pt x="1018811" y="5029061"/>
                </a:cubicBezTo>
                <a:lnTo>
                  <a:pt x="1018813" y="5029062"/>
                </a:lnTo>
                <a:cubicBezTo>
                  <a:pt x="693268" y="4653843"/>
                  <a:pt x="733538" y="4085764"/>
                  <a:pt x="1108756" y="3760220"/>
                </a:cubicBezTo>
                <a:close/>
                <a:moveTo>
                  <a:pt x="3021069" y="0"/>
                </a:moveTo>
                <a:lnTo>
                  <a:pt x="5022506" y="0"/>
                </a:lnTo>
                <a:lnTo>
                  <a:pt x="1269731" y="3255954"/>
                </a:lnTo>
                <a:cubicBezTo>
                  <a:pt x="996153" y="3493313"/>
                  <a:pt x="581958" y="3463953"/>
                  <a:pt x="344599" y="3190375"/>
                </a:cubicBezTo>
                <a:cubicBezTo>
                  <a:pt x="107240" y="2916798"/>
                  <a:pt x="136601" y="2502602"/>
                  <a:pt x="410178" y="2265243"/>
                </a:cubicBezTo>
                <a:close/>
                <a:moveTo>
                  <a:pt x="1336664" y="0"/>
                </a:moveTo>
                <a:lnTo>
                  <a:pt x="2830500" y="0"/>
                </a:lnTo>
                <a:lnTo>
                  <a:pt x="2056788" y="671282"/>
                </a:lnTo>
                <a:cubicBezTo>
                  <a:pt x="1850223" y="850500"/>
                  <a:pt x="1537483" y="828332"/>
                  <a:pt x="1358265" y="621767"/>
                </a:cubicBezTo>
                <a:cubicBezTo>
                  <a:pt x="1223852" y="466843"/>
                  <a:pt x="1202718" y="252196"/>
                  <a:pt x="1287697" y="78948"/>
                </a:cubicBezTo>
                <a:close/>
              </a:path>
            </a:pathLst>
          </a:custGeom>
          <a:noFill/>
          <a:effectLst>
            <a:innerShdw blurRad="711200" dist="50800" dir="13500000">
              <a:prstClr val="black">
                <a:alpha val="82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DDF083-5C48-DED8-7793-3903B6103F27}"/>
              </a:ext>
            </a:extLst>
          </p:cNvPr>
          <p:cNvSpPr txBox="1"/>
          <p:nvPr/>
        </p:nvSpPr>
        <p:spPr>
          <a:xfrm>
            <a:off x="2639616" y="6125909"/>
            <a:ext cx="8777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Al-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Tawfiq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Momattin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H.; Al-Ali, A. Y.;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Eljaaly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K.;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Tirupathi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Haradwala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M. B.; Areti,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Alhumaid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S.;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Rabaan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 A.; Al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Mutair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Schlagenhauf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P. Antibiotics in the Pipeline: A Literature Review (2017–2020).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Infection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2022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50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(3), 553–564. https://doi.org/10.1007/s15010-021-01709-3.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3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-1526976" y="0"/>
            <a:ext cx="2438400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-1608856" y="44624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32436" y="1158816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-1752872" y="0"/>
            <a:ext cx="2438400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-1752872" y="44624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33648" y="1158816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-1968896" y="0"/>
            <a:ext cx="2438400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-2112912" y="44624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66876" y="1052736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-2256928" y="-11988"/>
            <a:ext cx="2438400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3040" y="44624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BE7E19B-14A2-4DA7-4968-1F2323DA61A6}"/>
              </a:ext>
            </a:extLst>
          </p:cNvPr>
          <p:cNvGrpSpPr/>
          <p:nvPr/>
        </p:nvGrpSpPr>
        <p:grpSpPr>
          <a:xfrm>
            <a:off x="-312712" y="5805264"/>
            <a:ext cx="12601400" cy="1199520"/>
            <a:chOff x="-240704" y="5805264"/>
            <a:chExt cx="12601400" cy="1199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EE906D-270F-206F-B650-2380780FB449}"/>
                </a:ext>
              </a:extLst>
            </p:cNvPr>
            <p:cNvSpPr/>
            <p:nvPr/>
          </p:nvSpPr>
          <p:spPr>
            <a:xfrm>
              <a:off x="-240704" y="5805264"/>
              <a:ext cx="12601400" cy="1199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2C7915-E202-719E-AFDE-7E1A75711CB6}"/>
                </a:ext>
              </a:extLst>
            </p:cNvPr>
            <p:cNvSpPr txBox="1"/>
            <p:nvPr/>
          </p:nvSpPr>
          <p:spPr>
            <a:xfrm>
              <a:off x="11712624" y="6341258"/>
              <a:ext cx="3209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b="1" dirty="0">
                  <a:latin typeface="Aptos" panose="020B0004020202020204" pitchFamily="34" charset="0"/>
                </a:rPr>
                <a:t>6</a:t>
              </a:r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8ED818B0-5F04-334F-90C9-C585759F90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54" y="5911200"/>
              <a:ext cx="1754217" cy="82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-1104800" y="1235016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7DE9C0-5AF9-5BBB-95DE-727858608C73}"/>
              </a:ext>
            </a:extLst>
          </p:cNvPr>
          <p:cNvSpPr txBox="1"/>
          <p:nvPr/>
        </p:nvSpPr>
        <p:spPr>
          <a:xfrm>
            <a:off x="6744072" y="2644170"/>
            <a:ext cx="4896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Introduction to biosynthesis</a:t>
            </a:r>
          </a:p>
        </p:txBody>
      </p:sp>
    </p:spTree>
    <p:extLst>
      <p:ext uri="{BB962C8B-B14F-4D97-AF65-F5344CB8AC3E}">
        <p14:creationId xmlns:p14="http://schemas.microsoft.com/office/powerpoint/2010/main" val="3665385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9046661" y="0"/>
            <a:ext cx="3123451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6000238" y="0"/>
            <a:ext cx="3046423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2981853" y="0"/>
            <a:ext cx="3018385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9465185" y="76951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7185" y="1191143"/>
            <a:ext cx="914400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6344231" y="190175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6767" y="1304367"/>
            <a:ext cx="914400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3287544" y="164155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0488" y="1172267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0" y="0"/>
            <a:ext cx="3018385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94" y="164155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1217288" y="1354547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401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9571216" y="0"/>
            <a:ext cx="2598896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7017579" y="0"/>
            <a:ext cx="2534805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4497301" y="0"/>
            <a:ext cx="2534804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9663776" y="76951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7330" y="1191143"/>
            <a:ext cx="903333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7131776" y="930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5866" y="1207224"/>
            <a:ext cx="903333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4544074" y="91071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8572" y="1099183"/>
            <a:ext cx="903333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0" y="0"/>
            <a:ext cx="4520629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701" y="124710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6800"/>
            <a:ext cx="317038" cy="39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1996695" y="1315102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5C643-C408-C9D5-661D-BE44A193E2CF}"/>
              </a:ext>
            </a:extLst>
          </p:cNvPr>
          <p:cNvSpPr txBox="1"/>
          <p:nvPr/>
        </p:nvSpPr>
        <p:spPr>
          <a:xfrm>
            <a:off x="33042" y="2395632"/>
            <a:ext cx="44831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</a:rPr>
              <a:t>A polyketide natural product consisting of a mixture of </a:t>
            </a:r>
            <a:r>
              <a:rPr lang="en-GB" dirty="0" err="1">
                <a:solidFill>
                  <a:schemeClr val="bg1"/>
                </a:solidFill>
                <a:latin typeface="Franklin Gothic Book" panose="020B0503020102020204" pitchFamily="34" charset="0"/>
              </a:rPr>
              <a:t>pseudomonic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</a:rPr>
              <a:t> acids. Potent antibiotic activity against MRSA, though limited to topical administration. Isolated from </a:t>
            </a:r>
            <a:r>
              <a:rPr lang="en-GB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Pseudomonas fluorescens 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</a:rPr>
              <a:t>(soil bacterium).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A8ED96E-06AC-E935-9479-8A8BE0ECF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91070"/>
              </p:ext>
            </p:extLst>
          </p:nvPr>
        </p:nvGraphicFramePr>
        <p:xfrm>
          <a:off x="412767" y="4149958"/>
          <a:ext cx="383222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3832865" imgH="1542676" progId="ChemDraw.Document.6.0">
                  <p:embed/>
                </p:oleObj>
              </mc:Choice>
              <mc:Fallback>
                <p:oleObj name="CS ChemDraw Drawing" r:id="rId9" imgW="3832865" imgH="1542676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A8ED96E-06AC-E935-9479-8A8BE0ECF4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767" y="4149958"/>
                        <a:ext cx="3832225" cy="154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89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9571216" y="0"/>
            <a:ext cx="2598896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7017579" y="0"/>
            <a:ext cx="2534805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2395089" y="0"/>
            <a:ext cx="4637015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9663776" y="76951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7330" y="1191143"/>
            <a:ext cx="903333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7131776" y="930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5866" y="1207224"/>
            <a:ext cx="903333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3543418" y="1166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7916" y="1146448"/>
            <a:ext cx="903333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1" y="0"/>
            <a:ext cx="2438400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311" y="119957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6800"/>
            <a:ext cx="317038" cy="39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899683" y="1310349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85846-64B5-8041-D26B-1426CC26C14B}"/>
              </a:ext>
            </a:extLst>
          </p:cNvPr>
          <p:cNvSpPr txBox="1"/>
          <p:nvPr/>
        </p:nvSpPr>
        <p:spPr>
          <a:xfrm>
            <a:off x="2528190" y="1916832"/>
            <a:ext cx="44319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ea typeface="Aptos" panose="020B0004020202020204" pitchFamily="34" charset="0"/>
              </a:rPr>
              <a:t>A</a:t>
            </a:r>
            <a:r>
              <a:rPr lang="en-GB" sz="1800" dirty="0">
                <a:solidFill>
                  <a:schemeClr val="bg1"/>
                </a:solidFill>
                <a:effectLst/>
                <a:latin typeface="Franklin Gothic Book" panose="020B0503020102020204" pitchFamily="34" charset="0"/>
                <a:ea typeface="Aptos" panose="020B0004020202020204" pitchFamily="34" charset="0"/>
              </a:rPr>
              <a:t>ssembled by large, multi-modular polypeptides known as polyketide synthases (PKSs).</a:t>
            </a:r>
          </a:p>
          <a:p>
            <a:pPr algn="ctr"/>
            <a:endParaRPr lang="en-GB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</a:rPr>
              <a:t>These systems contain a variety of enzymatic domains which elongate and functionalise growing polyketide chains.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6FF4150-7879-E28F-DDD5-AABE23B29E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696" y="3933056"/>
          <a:ext cx="2625725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3918251" imgH="2604544" progId="ChemDraw.Document.6.0">
                  <p:embed/>
                </p:oleObj>
              </mc:Choice>
              <mc:Fallback>
                <p:oleObj name="CS ChemDraw Drawing" r:id="rId9" imgW="3918251" imgH="2604544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6FF4150-7879-E28F-DDD5-AABE23B29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9696" y="3933056"/>
                        <a:ext cx="2625725" cy="174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259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9571216" y="0"/>
            <a:ext cx="2598896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4873233" y="0"/>
            <a:ext cx="4679151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2457233" y="0"/>
            <a:ext cx="2408889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9663776" y="76951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7330" y="1191143"/>
            <a:ext cx="903333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6096000" y="109285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090" y="1223477"/>
            <a:ext cx="903333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2445513" y="1166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0011" y="1179014"/>
            <a:ext cx="903333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1" y="0"/>
            <a:ext cx="2438400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311" y="119957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6800"/>
            <a:ext cx="317038" cy="39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899683" y="1310349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9BCE1-83A8-E8FD-AAEC-49BEB0277816}"/>
              </a:ext>
            </a:extLst>
          </p:cNvPr>
          <p:cNvSpPr txBox="1"/>
          <p:nvPr/>
        </p:nvSpPr>
        <p:spPr>
          <a:xfrm>
            <a:off x="5159896" y="2132856"/>
            <a:ext cx="4121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</a:rPr>
              <a:t>Characteristic 4-fold </a:t>
            </a:r>
            <a:r>
              <a:rPr lang="el-G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helical bundle with a conserved serine residue.</a:t>
            </a:r>
          </a:p>
          <a:p>
            <a:pPr algn="ctr"/>
            <a:endParaRPr lang="en-GB" dirty="0">
              <a:solidFill>
                <a:schemeClr val="bg1"/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 err="1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Phosphopantetheine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 prosthetic arm converts ACP to its </a:t>
            </a:r>
            <a:r>
              <a:rPr lang="en-GB" i="1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holo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-form.</a:t>
            </a:r>
          </a:p>
          <a:p>
            <a:pPr algn="ctr"/>
            <a:endParaRPr lang="en-GB" dirty="0">
              <a:solidFill>
                <a:schemeClr val="bg1"/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E30A85-A449-B8CE-18C1-D32F21EFB49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663" t="6770" r="54234" b="4564"/>
          <a:stretch/>
        </p:blipFill>
        <p:spPr>
          <a:xfrm>
            <a:off x="5465055" y="3717032"/>
            <a:ext cx="1458555" cy="1942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520473-0F85-2086-A5BA-1A8E58FC33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909" y="3717032"/>
            <a:ext cx="1920044" cy="194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43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7434252" y="0"/>
            <a:ext cx="4735860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4873233" y="0"/>
            <a:ext cx="2598897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2457233" y="0"/>
            <a:ext cx="2408889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8763449" y="46193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7003" y="1160385"/>
            <a:ext cx="903333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4997986" y="1166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2076" y="1230824"/>
            <a:ext cx="903333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2445513" y="116632"/>
            <a:ext cx="24088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0011" y="1179014"/>
            <a:ext cx="903333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1" y="0"/>
            <a:ext cx="2438400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311" y="119957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6800"/>
            <a:ext cx="317038" cy="39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899683" y="1310349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EFB8C-AC6E-71BB-2693-F5A4959D3397}"/>
              </a:ext>
            </a:extLst>
          </p:cNvPr>
          <p:cNvSpPr txBox="1"/>
          <p:nvPr/>
        </p:nvSpPr>
        <p:spPr>
          <a:xfrm>
            <a:off x="7635979" y="2189463"/>
            <a:ext cx="44102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First utilised by the Burkhart group (2006).</a:t>
            </a:r>
          </a:p>
          <a:p>
            <a:pPr algn="ctr"/>
            <a:endParaRPr lang="en-GB" dirty="0">
              <a:solidFill>
                <a:schemeClr val="bg1"/>
              </a:solidFill>
              <a:latin typeface="Franklin Gothic Book" panose="020B0503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Pantetheine linker arms with electrophilic warheads are installed onto </a:t>
            </a:r>
            <a:r>
              <a:rPr lang="en-GB" i="1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apo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</a:rPr>
              <a:t>-ACPs </a:t>
            </a:r>
            <a:r>
              <a:rPr lang="en-GB" dirty="0">
                <a:solidFill>
                  <a:schemeClr val="bg1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crypto-ACPs.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4F6DBE1-42FE-412F-B25A-256D071E7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03718"/>
              </p:ext>
            </p:extLst>
          </p:nvPr>
        </p:nvGraphicFramePr>
        <p:xfrm>
          <a:off x="7992856" y="4326344"/>
          <a:ext cx="373538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3735496" imgH="694778" progId="ChemDraw.Document.6.0">
                  <p:embed/>
                </p:oleObj>
              </mc:Choice>
              <mc:Fallback>
                <p:oleObj name="CS ChemDraw Drawing" r:id="rId9" imgW="3735496" imgH="694778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4F6DBE1-42FE-412F-B25A-256D071E7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92856" y="4326344"/>
                        <a:ext cx="3735387" cy="69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07F7C78-E3C1-0358-83D4-99E711C5392C}"/>
              </a:ext>
            </a:extLst>
          </p:cNvPr>
          <p:cNvSpPr txBox="1"/>
          <p:nvPr/>
        </p:nvSpPr>
        <p:spPr>
          <a:xfrm>
            <a:off x="2567608" y="6165304"/>
            <a:ext cx="864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Worthington, A. S.; Rivera, H. Jr.; </a:t>
            </a:r>
            <a:r>
              <a:rPr lang="en-GB" sz="1200" kern="0" dirty="0" err="1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Torpey</a:t>
            </a:r>
            <a:r>
              <a:rPr lang="en-GB" sz="1200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 W.; Alexander, M. D.; Burkart, M. D. Mechanism-Based Protein Cross-Linking Probes To Investigate Carrier Protein-Mediated Biosynthesis. </a:t>
            </a:r>
            <a:r>
              <a:rPr lang="en-GB" sz="1200" i="1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ACS Chem. Biol.</a:t>
            </a:r>
            <a:r>
              <a:rPr lang="en-GB" sz="1200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2006</a:t>
            </a:r>
            <a:r>
              <a:rPr lang="en-GB" sz="1200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</a:t>
            </a:r>
            <a:r>
              <a:rPr lang="en-GB" sz="1200" kern="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(11), 687–691. https://doi.org/10.1021/cb6003965.</a:t>
            </a:r>
            <a:endParaRPr lang="en-GB" sz="12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08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43979-1333-47AD-E78F-064236B37264}"/>
              </a:ext>
            </a:extLst>
          </p:cNvPr>
          <p:cNvSpPr/>
          <p:nvPr/>
        </p:nvSpPr>
        <p:spPr>
          <a:xfrm>
            <a:off x="9046661" y="0"/>
            <a:ext cx="3123451" cy="695739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773F4-546D-5C37-6CBA-2D536A14A393}"/>
              </a:ext>
            </a:extLst>
          </p:cNvPr>
          <p:cNvSpPr/>
          <p:nvPr/>
        </p:nvSpPr>
        <p:spPr>
          <a:xfrm>
            <a:off x="6000238" y="0"/>
            <a:ext cx="3046423" cy="6957392"/>
          </a:xfrm>
          <a:prstGeom prst="rect">
            <a:avLst/>
          </a:prstGeom>
          <a:solidFill>
            <a:srgbClr val="1D187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C6BD-3AD7-061D-9AF2-A0B87ECE3DFA}"/>
              </a:ext>
            </a:extLst>
          </p:cNvPr>
          <p:cNvSpPr/>
          <p:nvPr/>
        </p:nvSpPr>
        <p:spPr>
          <a:xfrm>
            <a:off x="2981853" y="0"/>
            <a:ext cx="3018385" cy="6957392"/>
          </a:xfrm>
          <a:prstGeom prst="rect">
            <a:avLst/>
          </a:prstGeom>
          <a:solidFill>
            <a:srgbClr val="241E9A"/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1D3EA2-C46D-E988-8CC8-A536D525F5D6}"/>
              </a:ext>
            </a:extLst>
          </p:cNvPr>
          <p:cNvSpPr txBox="1">
            <a:spLocks/>
          </p:cNvSpPr>
          <p:nvPr/>
        </p:nvSpPr>
        <p:spPr>
          <a:xfrm>
            <a:off x="9465185" y="76951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Crypto</a:t>
            </a:r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-ACPs</a:t>
            </a:r>
          </a:p>
        </p:txBody>
      </p:sp>
      <p:pic>
        <p:nvPicPr>
          <p:cNvPr id="29" name="Graphic 28" descr="Crop with solid fill">
            <a:extLst>
              <a:ext uri="{FF2B5EF4-FFF2-40B4-BE49-F238E27FC236}">
                <a16:creationId xmlns:a16="http://schemas.microsoft.com/office/drawing/2014/main" id="{DBA11EA0-A1D5-54E0-572B-6DEB2E36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27185" y="1191143"/>
            <a:ext cx="914400" cy="914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905CE4C-7E15-45BC-63B2-EB57A1F7603E}"/>
              </a:ext>
            </a:extLst>
          </p:cNvPr>
          <p:cNvSpPr txBox="1">
            <a:spLocks/>
          </p:cNvSpPr>
          <p:nvPr/>
        </p:nvSpPr>
        <p:spPr>
          <a:xfrm>
            <a:off x="6344231" y="190175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Acyl Carrier Proteins</a:t>
            </a:r>
          </a:p>
        </p:txBody>
      </p:sp>
      <p:pic>
        <p:nvPicPr>
          <p:cNvPr id="27" name="Graphic 26" descr="Crop outline">
            <a:extLst>
              <a:ext uri="{FF2B5EF4-FFF2-40B4-BE49-F238E27FC236}">
                <a16:creationId xmlns:a16="http://schemas.microsoft.com/office/drawing/2014/main" id="{9CD00CF1-E2F2-5745-FAC5-D8960F0C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6767" y="1304367"/>
            <a:ext cx="914400" cy="9144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927CC2D-B9E9-6D6F-1B44-F3F73002C33B}"/>
              </a:ext>
            </a:extLst>
          </p:cNvPr>
          <p:cNvSpPr txBox="1">
            <a:spLocks/>
          </p:cNvSpPr>
          <p:nvPr/>
        </p:nvSpPr>
        <p:spPr>
          <a:xfrm>
            <a:off x="3287544" y="164155"/>
            <a:ext cx="243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Polyketide biosynthesis</a:t>
            </a:r>
          </a:p>
        </p:txBody>
      </p:sp>
      <p:pic>
        <p:nvPicPr>
          <p:cNvPr id="25" name="Graphic 24" descr="Arrow circle outline">
            <a:extLst>
              <a:ext uri="{FF2B5EF4-FFF2-40B4-BE49-F238E27FC236}">
                <a16:creationId xmlns:a16="http://schemas.microsoft.com/office/drawing/2014/main" id="{3121D717-4592-D28A-5467-77D76C02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0488" y="1172267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8D05AE-DB31-D5AD-85D2-1D8BB7FC04D3}"/>
              </a:ext>
            </a:extLst>
          </p:cNvPr>
          <p:cNvSpPr/>
          <p:nvPr/>
        </p:nvSpPr>
        <p:spPr>
          <a:xfrm>
            <a:off x="0" y="0"/>
            <a:ext cx="3018385" cy="695739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1600" dist="381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74FF6-801B-B575-F90F-002CC249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94" y="164155"/>
            <a:ext cx="2438400" cy="1143000"/>
          </a:xfrm>
        </p:spPr>
        <p:txBody>
          <a:bodyPr>
            <a:noAutofit/>
          </a:bodyPr>
          <a:lstStyle/>
          <a:p>
            <a:r>
              <a:rPr lang="en-GB" sz="3100" b="1" dirty="0">
                <a:solidFill>
                  <a:schemeClr val="bg1"/>
                </a:solidFill>
                <a:latin typeface="Franklin Gothic Book" panose="020B0503020102020204" pitchFamily="34" charset="0"/>
              </a:rPr>
              <a:t>Turning to nature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E906D-270F-206F-B650-2380780FB449}"/>
              </a:ext>
            </a:extLst>
          </p:cNvPr>
          <p:cNvSpPr/>
          <p:nvPr/>
        </p:nvSpPr>
        <p:spPr>
          <a:xfrm>
            <a:off x="-240704" y="5805264"/>
            <a:ext cx="12601400" cy="119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7915-E202-719E-AFDE-7E1A75711CB6}"/>
              </a:ext>
            </a:extLst>
          </p:cNvPr>
          <p:cNvSpPr txBox="1"/>
          <p:nvPr/>
        </p:nvSpPr>
        <p:spPr>
          <a:xfrm>
            <a:off x="11712624" y="634125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ED818B0-5F04-334F-90C9-C585759F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4" y="5911200"/>
            <a:ext cx="1754217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Graphic 18" descr="Plant outline">
            <a:extLst>
              <a:ext uri="{FF2B5EF4-FFF2-40B4-BE49-F238E27FC236}">
                <a16:creationId xmlns:a16="http://schemas.microsoft.com/office/drawing/2014/main" id="{A9D805FF-86E4-B61B-8419-7C33F6421587}"/>
              </a:ext>
            </a:extLst>
          </p:cNvPr>
          <p:cNvSpPr/>
          <p:nvPr/>
        </p:nvSpPr>
        <p:spPr>
          <a:xfrm>
            <a:off x="1217288" y="1354547"/>
            <a:ext cx="555193" cy="771965"/>
          </a:xfrm>
          <a:custGeom>
            <a:avLst/>
            <a:gdLst>
              <a:gd name="connsiteX0" fmla="*/ 439360 w 555193"/>
              <a:gd name="connsiteY0" fmla="*/ 687086 h 771965"/>
              <a:gd name="connsiteX1" fmla="*/ 434769 w 555193"/>
              <a:gd name="connsiteY1" fmla="*/ 683152 h 771965"/>
              <a:gd name="connsiteX2" fmla="*/ 312277 w 555193"/>
              <a:gd name="connsiteY2" fmla="*/ 652872 h 771965"/>
              <a:gd name="connsiteX3" fmla="*/ 314182 w 555193"/>
              <a:gd name="connsiteY3" fmla="*/ 590360 h 771965"/>
              <a:gd name="connsiteX4" fmla="*/ 307343 w 555193"/>
              <a:gd name="connsiteY4" fmla="*/ 520779 h 771965"/>
              <a:gd name="connsiteX5" fmla="*/ 335261 w 555193"/>
              <a:gd name="connsiteY5" fmla="*/ 503072 h 771965"/>
              <a:gd name="connsiteX6" fmla="*/ 469259 w 555193"/>
              <a:gd name="connsiteY6" fmla="*/ 537362 h 771965"/>
              <a:gd name="connsiteX7" fmla="*/ 469259 w 555193"/>
              <a:gd name="connsiteY7" fmla="*/ 537362 h 771965"/>
              <a:gd name="connsiteX8" fmla="*/ 555193 w 555193"/>
              <a:gd name="connsiteY8" fmla="*/ 329775 h 771965"/>
              <a:gd name="connsiteX9" fmla="*/ 425263 w 555193"/>
              <a:gd name="connsiteY9" fmla="*/ 351206 h 771965"/>
              <a:gd name="connsiteX10" fmla="*/ 419967 w 555193"/>
              <a:gd name="connsiteY10" fmla="*/ 351130 h 771965"/>
              <a:gd name="connsiteX11" fmla="*/ 320316 w 555193"/>
              <a:gd name="connsiteY11" fmla="*/ 450780 h 771965"/>
              <a:gd name="connsiteX12" fmla="*/ 320316 w 555193"/>
              <a:gd name="connsiteY12" fmla="*/ 455971 h 771965"/>
              <a:gd name="connsiteX13" fmla="*/ 326631 w 555193"/>
              <a:gd name="connsiteY13" fmla="*/ 486089 h 771965"/>
              <a:gd name="connsiteX14" fmla="*/ 303381 w 555193"/>
              <a:gd name="connsiteY14" fmla="*/ 498967 h 771965"/>
              <a:gd name="connsiteX15" fmla="*/ 297666 w 555193"/>
              <a:gd name="connsiteY15" fmla="*/ 470935 h 771965"/>
              <a:gd name="connsiteX16" fmla="*/ 287036 w 555193"/>
              <a:gd name="connsiteY16" fmla="*/ 284550 h 771965"/>
              <a:gd name="connsiteX17" fmla="*/ 297399 w 555193"/>
              <a:gd name="connsiteY17" fmla="*/ 240278 h 771965"/>
              <a:gd name="connsiteX18" fmla="*/ 340081 w 555193"/>
              <a:gd name="connsiteY18" fmla="*/ 226695 h 771965"/>
              <a:gd name="connsiteX19" fmla="*/ 339681 w 555193"/>
              <a:gd name="connsiteY19" fmla="*/ 231153 h 771965"/>
              <a:gd name="connsiteX20" fmla="*/ 339681 w 555193"/>
              <a:gd name="connsiteY20" fmla="*/ 235115 h 771965"/>
              <a:gd name="connsiteX21" fmla="*/ 382543 w 555193"/>
              <a:gd name="connsiteY21" fmla="*/ 279492 h 771965"/>
              <a:gd name="connsiteX22" fmla="*/ 382543 w 555193"/>
              <a:gd name="connsiteY22" fmla="*/ 279492 h 771965"/>
              <a:gd name="connsiteX23" fmla="*/ 394583 w 555193"/>
              <a:gd name="connsiteY23" fmla="*/ 280397 h 771965"/>
              <a:gd name="connsiteX24" fmla="*/ 479603 w 555193"/>
              <a:gd name="connsiteY24" fmla="*/ 222933 h 771965"/>
              <a:gd name="connsiteX25" fmla="*/ 419310 w 555193"/>
              <a:gd name="connsiteY25" fmla="*/ 190500 h 771965"/>
              <a:gd name="connsiteX26" fmla="*/ 389430 w 555193"/>
              <a:gd name="connsiteY26" fmla="*/ 180394 h 771965"/>
              <a:gd name="connsiteX27" fmla="*/ 352577 w 555193"/>
              <a:gd name="connsiteY27" fmla="*/ 196586 h 771965"/>
              <a:gd name="connsiteX28" fmla="*/ 345415 w 555193"/>
              <a:gd name="connsiteY28" fmla="*/ 207674 h 771965"/>
              <a:gd name="connsiteX29" fmla="*/ 306172 w 555193"/>
              <a:gd name="connsiteY29" fmla="*/ 214636 h 771965"/>
              <a:gd name="connsiteX30" fmla="*/ 360636 w 555193"/>
              <a:gd name="connsiteY30" fmla="*/ 110738 h 771965"/>
              <a:gd name="connsiteX31" fmla="*/ 370665 w 555193"/>
              <a:gd name="connsiteY31" fmla="*/ 114310 h 771965"/>
              <a:gd name="connsiteX32" fmla="*/ 382724 w 555193"/>
              <a:gd name="connsiteY32" fmla="*/ 116110 h 771965"/>
              <a:gd name="connsiteX33" fmla="*/ 386601 w 555193"/>
              <a:gd name="connsiteY33" fmla="*/ 115814 h 771965"/>
              <a:gd name="connsiteX34" fmla="*/ 429463 w 555193"/>
              <a:gd name="connsiteY34" fmla="*/ 67570 h 771965"/>
              <a:gd name="connsiteX35" fmla="*/ 440131 w 555193"/>
              <a:gd name="connsiteY35" fmla="*/ 0 h 771965"/>
              <a:gd name="connsiteX36" fmla="*/ 336309 w 555193"/>
              <a:gd name="connsiteY36" fmla="*/ 42958 h 771965"/>
              <a:gd name="connsiteX37" fmla="*/ 336309 w 555193"/>
              <a:gd name="connsiteY37" fmla="*/ 42958 h 771965"/>
              <a:gd name="connsiteX38" fmla="*/ 329765 w 555193"/>
              <a:gd name="connsiteY38" fmla="*/ 67618 h 771965"/>
              <a:gd name="connsiteX39" fmla="*/ 343614 w 555193"/>
              <a:gd name="connsiteY39" fmla="*/ 101698 h 771965"/>
              <a:gd name="connsiteX40" fmla="*/ 308848 w 555193"/>
              <a:gd name="connsiteY40" fmla="*/ 161306 h 771965"/>
              <a:gd name="connsiteX41" fmla="*/ 291389 w 555193"/>
              <a:gd name="connsiteY41" fmla="*/ 144161 h 771965"/>
              <a:gd name="connsiteX42" fmla="*/ 294932 w 555193"/>
              <a:gd name="connsiteY42" fmla="*/ 131950 h 771965"/>
              <a:gd name="connsiteX43" fmla="*/ 295370 w 555193"/>
              <a:gd name="connsiteY43" fmla="*/ 126921 h 771965"/>
              <a:gd name="connsiteX44" fmla="*/ 245583 w 555193"/>
              <a:gd name="connsiteY44" fmla="*/ 77153 h 771965"/>
              <a:gd name="connsiteX45" fmla="*/ 242935 w 555193"/>
              <a:gd name="connsiteY45" fmla="*/ 77153 h 771965"/>
              <a:gd name="connsiteX46" fmla="*/ 177965 w 555193"/>
              <a:gd name="connsiteY46" fmla="*/ 66437 h 771965"/>
              <a:gd name="connsiteX47" fmla="*/ 220923 w 555193"/>
              <a:gd name="connsiteY47" fmla="*/ 170259 h 771965"/>
              <a:gd name="connsiteX48" fmla="*/ 220923 w 555193"/>
              <a:gd name="connsiteY48" fmla="*/ 170259 h 771965"/>
              <a:gd name="connsiteX49" fmla="*/ 245583 w 555193"/>
              <a:gd name="connsiteY49" fmla="*/ 176803 h 771965"/>
              <a:gd name="connsiteX50" fmla="*/ 280826 w 555193"/>
              <a:gd name="connsiteY50" fmla="*/ 160258 h 771965"/>
              <a:gd name="connsiteX51" fmla="*/ 299723 w 555193"/>
              <a:gd name="connsiteY51" fmla="*/ 180432 h 771965"/>
              <a:gd name="connsiteX52" fmla="*/ 280168 w 555193"/>
              <a:gd name="connsiteY52" fmla="*/ 231572 h 771965"/>
              <a:gd name="connsiteX53" fmla="*/ 280016 w 555193"/>
              <a:gd name="connsiteY53" fmla="*/ 232077 h 771965"/>
              <a:gd name="connsiteX54" fmla="*/ 268186 w 555193"/>
              <a:gd name="connsiteY54" fmla="*/ 281607 h 771965"/>
              <a:gd name="connsiteX55" fmla="*/ 266519 w 555193"/>
              <a:gd name="connsiteY55" fmla="*/ 406070 h 771965"/>
              <a:gd name="connsiteX56" fmla="*/ 226019 w 555193"/>
              <a:gd name="connsiteY56" fmla="*/ 394268 h 771965"/>
              <a:gd name="connsiteX57" fmla="*/ 226705 w 555193"/>
              <a:gd name="connsiteY57" fmla="*/ 392649 h 771965"/>
              <a:gd name="connsiteX58" fmla="*/ 229867 w 555193"/>
              <a:gd name="connsiteY58" fmla="*/ 384077 h 771965"/>
              <a:gd name="connsiteX59" fmla="*/ 234886 w 555193"/>
              <a:gd name="connsiteY59" fmla="*/ 358283 h 771965"/>
              <a:gd name="connsiteX60" fmla="*/ 135265 w 555193"/>
              <a:gd name="connsiteY60" fmla="*/ 258604 h 771965"/>
              <a:gd name="connsiteX61" fmla="*/ 135236 w 555193"/>
              <a:gd name="connsiteY61" fmla="*/ 258604 h 771965"/>
              <a:gd name="connsiteX62" fmla="*/ 129940 w 555193"/>
              <a:gd name="connsiteY62" fmla="*/ 258680 h 771965"/>
              <a:gd name="connsiteX63" fmla="*/ 0 w 555193"/>
              <a:gd name="connsiteY63" fmla="*/ 237249 h 771965"/>
              <a:gd name="connsiteX64" fmla="*/ 85906 w 555193"/>
              <a:gd name="connsiteY64" fmla="*/ 444894 h 771965"/>
              <a:gd name="connsiteX65" fmla="*/ 85906 w 555193"/>
              <a:gd name="connsiteY65" fmla="*/ 444894 h 771965"/>
              <a:gd name="connsiteX66" fmla="*/ 171688 w 555193"/>
              <a:gd name="connsiteY66" fmla="*/ 451056 h 771965"/>
              <a:gd name="connsiteX67" fmla="*/ 217532 w 555193"/>
              <a:gd name="connsiteY67" fmla="*/ 411575 h 771965"/>
              <a:gd name="connsiteX68" fmla="*/ 269538 w 555193"/>
              <a:gd name="connsiteY68" fmla="*/ 426129 h 771965"/>
              <a:gd name="connsiteX69" fmla="*/ 279006 w 555193"/>
              <a:gd name="connsiteY69" fmla="*/ 474840 h 771965"/>
              <a:gd name="connsiteX70" fmla="*/ 295104 w 555193"/>
              <a:gd name="connsiteY70" fmla="*/ 590264 h 771965"/>
              <a:gd name="connsiteX71" fmla="*/ 293094 w 555193"/>
              <a:gd name="connsiteY71" fmla="*/ 657120 h 771965"/>
              <a:gd name="connsiteX72" fmla="*/ 246907 w 555193"/>
              <a:gd name="connsiteY72" fmla="*/ 678761 h 771965"/>
              <a:gd name="connsiteX73" fmla="*/ 235477 w 555193"/>
              <a:gd name="connsiteY73" fmla="*/ 687924 h 771965"/>
              <a:gd name="connsiteX74" fmla="*/ 176241 w 555193"/>
              <a:gd name="connsiteY74" fmla="*/ 676275 h 771965"/>
              <a:gd name="connsiteX75" fmla="*/ 41186 w 555193"/>
              <a:gd name="connsiteY75" fmla="*/ 757466 h 771965"/>
              <a:gd name="connsiteX76" fmla="*/ 44664 w 555193"/>
              <a:gd name="connsiteY76" fmla="*/ 770480 h 771965"/>
              <a:gd name="connsiteX77" fmla="*/ 57677 w 555193"/>
              <a:gd name="connsiteY77" fmla="*/ 767003 h 771965"/>
              <a:gd name="connsiteX78" fmla="*/ 57931 w 555193"/>
              <a:gd name="connsiteY78" fmla="*/ 766534 h 771965"/>
              <a:gd name="connsiteX79" fmla="*/ 233115 w 555193"/>
              <a:gd name="connsiteY79" fmla="*/ 707708 h 771965"/>
              <a:gd name="connsiteX80" fmla="*/ 238963 w 555193"/>
              <a:gd name="connsiteY80" fmla="*/ 710470 h 771965"/>
              <a:gd name="connsiteX81" fmla="*/ 243726 w 555193"/>
              <a:gd name="connsiteY81" fmla="*/ 706060 h 771965"/>
              <a:gd name="connsiteX82" fmla="*/ 258108 w 555193"/>
              <a:gd name="connsiteY82" fmla="*/ 694144 h 771965"/>
              <a:gd name="connsiteX83" fmla="*/ 308591 w 555193"/>
              <a:gd name="connsiteY83" fmla="*/ 672856 h 771965"/>
              <a:gd name="connsiteX84" fmla="*/ 312630 w 555193"/>
              <a:gd name="connsiteY84" fmla="*/ 672046 h 771965"/>
              <a:gd name="connsiteX85" fmla="*/ 422662 w 555193"/>
              <a:gd name="connsiteY85" fmla="*/ 697849 h 771965"/>
              <a:gd name="connsiteX86" fmla="*/ 428854 w 555193"/>
              <a:gd name="connsiteY86" fmla="*/ 703259 h 771965"/>
              <a:gd name="connsiteX87" fmla="*/ 431273 w 555193"/>
              <a:gd name="connsiteY87" fmla="*/ 705507 h 771965"/>
              <a:gd name="connsiteX88" fmla="*/ 434550 w 555193"/>
              <a:gd name="connsiteY88" fmla="*/ 705774 h 771965"/>
              <a:gd name="connsiteX89" fmla="*/ 535800 w 555193"/>
              <a:gd name="connsiteY89" fmla="*/ 766991 h 771965"/>
              <a:gd name="connsiteX90" fmla="*/ 548719 w 555193"/>
              <a:gd name="connsiteY90" fmla="*/ 770805 h 771965"/>
              <a:gd name="connsiteX91" fmla="*/ 552533 w 555193"/>
              <a:gd name="connsiteY91" fmla="*/ 757886 h 771965"/>
              <a:gd name="connsiteX92" fmla="*/ 551993 w 555193"/>
              <a:gd name="connsiteY92" fmla="*/ 757009 h 771965"/>
              <a:gd name="connsiteX93" fmla="*/ 439360 w 555193"/>
              <a:gd name="connsiteY93" fmla="*/ 687086 h 771965"/>
              <a:gd name="connsiteX94" fmla="*/ 339347 w 555193"/>
              <a:gd name="connsiteY94" fmla="*/ 455981 h 771965"/>
              <a:gd name="connsiteX95" fmla="*/ 339347 w 555193"/>
              <a:gd name="connsiteY95" fmla="*/ 450780 h 771965"/>
              <a:gd name="connsiteX96" fmla="*/ 419681 w 555193"/>
              <a:gd name="connsiteY96" fmla="*/ 370180 h 771965"/>
              <a:gd name="connsiteX97" fmla="*/ 425244 w 555193"/>
              <a:gd name="connsiteY97" fmla="*/ 370256 h 771965"/>
              <a:gd name="connsiteX98" fmla="*/ 535819 w 555193"/>
              <a:gd name="connsiteY98" fmla="*/ 354330 h 771965"/>
              <a:gd name="connsiteX99" fmla="*/ 465658 w 555193"/>
              <a:gd name="connsiteY99" fmla="*/ 517512 h 771965"/>
              <a:gd name="connsiteX100" fmla="*/ 459838 w 555193"/>
              <a:gd name="connsiteY100" fmla="*/ 520837 h 771965"/>
              <a:gd name="connsiteX101" fmla="*/ 353225 w 555193"/>
              <a:gd name="connsiteY101" fmla="*/ 495672 h 771965"/>
              <a:gd name="connsiteX102" fmla="*/ 362426 w 555193"/>
              <a:gd name="connsiteY102" fmla="*/ 492081 h 771965"/>
              <a:gd name="connsiteX103" fmla="*/ 432787 w 555193"/>
              <a:gd name="connsiteY103" fmla="*/ 457076 h 771965"/>
              <a:gd name="connsiteX104" fmla="*/ 434521 w 555193"/>
              <a:gd name="connsiteY104" fmla="*/ 443694 h 771965"/>
              <a:gd name="connsiteX105" fmla="*/ 421138 w 555193"/>
              <a:gd name="connsiteY105" fmla="*/ 441960 h 771965"/>
              <a:gd name="connsiteX106" fmla="*/ 355540 w 555193"/>
              <a:gd name="connsiteY106" fmla="*/ 474269 h 771965"/>
              <a:gd name="connsiteX107" fmla="*/ 344167 w 555193"/>
              <a:gd name="connsiteY107" fmla="*/ 478717 h 771965"/>
              <a:gd name="connsiteX108" fmla="*/ 339366 w 555193"/>
              <a:gd name="connsiteY108" fmla="*/ 455981 h 771965"/>
              <a:gd name="connsiteX109" fmla="*/ 367303 w 555193"/>
              <a:gd name="connsiteY109" fmla="*/ 208788 h 771965"/>
              <a:gd name="connsiteX110" fmla="*/ 389430 w 555193"/>
              <a:gd name="connsiteY110" fmla="*/ 199444 h 771965"/>
              <a:gd name="connsiteX111" fmla="*/ 407575 w 555193"/>
              <a:gd name="connsiteY111" fmla="*/ 205511 h 771965"/>
              <a:gd name="connsiteX112" fmla="*/ 449123 w 555193"/>
              <a:gd name="connsiteY112" fmla="*/ 230229 h 771965"/>
              <a:gd name="connsiteX113" fmla="*/ 394554 w 555193"/>
              <a:gd name="connsiteY113" fmla="*/ 261385 h 771965"/>
              <a:gd name="connsiteX114" fmla="*/ 388115 w 555193"/>
              <a:gd name="connsiteY114" fmla="*/ 261042 h 771965"/>
              <a:gd name="connsiteX115" fmla="*/ 385029 w 555193"/>
              <a:gd name="connsiteY115" fmla="*/ 260633 h 771965"/>
              <a:gd name="connsiteX116" fmla="*/ 370475 w 555193"/>
              <a:gd name="connsiteY116" fmla="*/ 254622 h 771965"/>
              <a:gd name="connsiteX117" fmla="*/ 358731 w 555193"/>
              <a:gd name="connsiteY117" fmla="*/ 234067 h 771965"/>
              <a:gd name="connsiteX118" fmla="*/ 358731 w 555193"/>
              <a:gd name="connsiteY118" fmla="*/ 231210 h 771965"/>
              <a:gd name="connsiteX119" fmla="*/ 359016 w 555193"/>
              <a:gd name="connsiteY119" fmla="*/ 228019 h 771965"/>
              <a:gd name="connsiteX120" fmla="*/ 376352 w 555193"/>
              <a:gd name="connsiteY120" fmla="*/ 231896 h 771965"/>
              <a:gd name="connsiteX121" fmla="*/ 388182 w 555193"/>
              <a:gd name="connsiteY121" fmla="*/ 225447 h 771965"/>
              <a:gd name="connsiteX122" fmla="*/ 381733 w 555193"/>
              <a:gd name="connsiteY122" fmla="*/ 213617 h 771965"/>
              <a:gd name="connsiteX123" fmla="*/ 366370 w 555193"/>
              <a:gd name="connsiteY123" fmla="*/ 209960 h 771965"/>
              <a:gd name="connsiteX124" fmla="*/ 367303 w 555193"/>
              <a:gd name="connsiteY124" fmla="*/ 208788 h 771965"/>
              <a:gd name="connsiteX125" fmla="*/ 248888 w 555193"/>
              <a:gd name="connsiteY125" fmla="*/ 157515 h 771965"/>
              <a:gd name="connsiteX126" fmla="*/ 245583 w 555193"/>
              <a:gd name="connsiteY126" fmla="*/ 157705 h 771965"/>
              <a:gd name="connsiteX127" fmla="*/ 230343 w 555193"/>
              <a:gd name="connsiteY127" fmla="*/ 153667 h 771965"/>
              <a:gd name="connsiteX128" fmla="*/ 227733 w 555193"/>
              <a:gd name="connsiteY128" fmla="*/ 152181 h 771965"/>
              <a:gd name="connsiteX129" fmla="*/ 197758 w 555193"/>
              <a:gd name="connsiteY129" fmla="*/ 90659 h 771965"/>
              <a:gd name="connsiteX130" fmla="*/ 242907 w 555193"/>
              <a:gd name="connsiteY130" fmla="*/ 96193 h 771965"/>
              <a:gd name="connsiteX131" fmla="*/ 245764 w 555193"/>
              <a:gd name="connsiteY131" fmla="*/ 96193 h 771965"/>
              <a:gd name="connsiteX132" fmla="*/ 276301 w 555193"/>
              <a:gd name="connsiteY132" fmla="*/ 126968 h 771965"/>
              <a:gd name="connsiteX133" fmla="*/ 276063 w 555193"/>
              <a:gd name="connsiteY133" fmla="*/ 129273 h 771965"/>
              <a:gd name="connsiteX134" fmla="*/ 275339 w 555193"/>
              <a:gd name="connsiteY134" fmla="*/ 132521 h 771965"/>
              <a:gd name="connsiteX135" fmla="*/ 261404 w 555193"/>
              <a:gd name="connsiteY135" fmla="*/ 125206 h 771965"/>
              <a:gd name="connsiteX136" fmla="*/ 249545 w 555193"/>
              <a:gd name="connsiteY136" fmla="*/ 131594 h 771965"/>
              <a:gd name="connsiteX137" fmla="*/ 254460 w 555193"/>
              <a:gd name="connsiteY137" fmla="*/ 142875 h 771965"/>
              <a:gd name="connsiteX138" fmla="*/ 265443 w 555193"/>
              <a:gd name="connsiteY138" fmla="*/ 148695 h 771965"/>
              <a:gd name="connsiteX139" fmla="*/ 248888 w 555193"/>
              <a:gd name="connsiteY139" fmla="*/ 157515 h 771965"/>
              <a:gd name="connsiteX140" fmla="*/ 164763 w 555193"/>
              <a:gd name="connsiteY140" fmla="*/ 433264 h 771965"/>
              <a:gd name="connsiteX141" fmla="*/ 135303 w 555193"/>
              <a:gd name="connsiteY141" fmla="*/ 438845 h 771965"/>
              <a:gd name="connsiteX142" fmla="*/ 95421 w 555193"/>
              <a:gd name="connsiteY142" fmla="*/ 428282 h 771965"/>
              <a:gd name="connsiteX143" fmla="*/ 89868 w 555193"/>
              <a:gd name="connsiteY143" fmla="*/ 425110 h 771965"/>
              <a:gd name="connsiteX144" fmla="*/ 19441 w 555193"/>
              <a:gd name="connsiteY144" fmla="*/ 261776 h 771965"/>
              <a:gd name="connsiteX145" fmla="*/ 130007 w 555193"/>
              <a:gd name="connsiteY145" fmla="*/ 277730 h 771965"/>
              <a:gd name="connsiteX146" fmla="*/ 135560 w 555193"/>
              <a:gd name="connsiteY146" fmla="*/ 277654 h 771965"/>
              <a:gd name="connsiteX147" fmla="*/ 215894 w 555193"/>
              <a:gd name="connsiteY147" fmla="*/ 358207 h 771965"/>
              <a:gd name="connsiteX148" fmla="*/ 212084 w 555193"/>
              <a:gd name="connsiteY148" fmla="*/ 377447 h 771965"/>
              <a:gd name="connsiteX149" fmla="*/ 208331 w 555193"/>
              <a:gd name="connsiteY149" fmla="*/ 387401 h 771965"/>
              <a:gd name="connsiteX150" fmla="*/ 135636 w 555193"/>
              <a:gd name="connsiteY150" fmla="*/ 348063 h 771965"/>
              <a:gd name="connsiteX151" fmla="*/ 122353 w 555193"/>
              <a:gd name="connsiteY151" fmla="*/ 350468 h 771965"/>
              <a:gd name="connsiteX152" fmla="*/ 124758 w 555193"/>
              <a:gd name="connsiteY152" fmla="*/ 363750 h 771965"/>
              <a:gd name="connsiteX153" fmla="*/ 199387 w 555193"/>
              <a:gd name="connsiteY153" fmla="*/ 404441 h 771965"/>
              <a:gd name="connsiteX154" fmla="*/ 164763 w 555193"/>
              <a:gd name="connsiteY154" fmla="*/ 433264 h 771965"/>
              <a:gd name="connsiteX155" fmla="*/ 348853 w 555193"/>
              <a:gd name="connsiteY155" fmla="*/ 67628 h 771965"/>
              <a:gd name="connsiteX156" fmla="*/ 352892 w 555193"/>
              <a:gd name="connsiteY156" fmla="*/ 52388 h 771965"/>
              <a:gd name="connsiteX157" fmla="*/ 354378 w 555193"/>
              <a:gd name="connsiteY157" fmla="*/ 49778 h 771965"/>
              <a:gd name="connsiteX158" fmla="*/ 415909 w 555193"/>
              <a:gd name="connsiteY158" fmla="*/ 19802 h 771965"/>
              <a:gd name="connsiteX159" fmla="*/ 410404 w 555193"/>
              <a:gd name="connsiteY159" fmla="*/ 67828 h 771965"/>
              <a:gd name="connsiteX160" fmla="*/ 383581 w 555193"/>
              <a:gd name="connsiteY160" fmla="*/ 97041 h 771965"/>
              <a:gd name="connsiteX161" fmla="*/ 382724 w 555193"/>
              <a:gd name="connsiteY161" fmla="*/ 97041 h 771965"/>
              <a:gd name="connsiteX162" fmla="*/ 375428 w 555193"/>
              <a:gd name="connsiteY162" fmla="*/ 95850 h 771965"/>
              <a:gd name="connsiteX163" fmla="*/ 371837 w 555193"/>
              <a:gd name="connsiteY163" fmla="*/ 94659 h 771965"/>
              <a:gd name="connsiteX164" fmla="*/ 380143 w 555193"/>
              <a:gd name="connsiteY164" fmla="*/ 83687 h 771965"/>
              <a:gd name="connsiteX165" fmla="*/ 378781 w 555193"/>
              <a:gd name="connsiteY165" fmla="*/ 70285 h 771965"/>
              <a:gd name="connsiteX166" fmla="*/ 365379 w 555193"/>
              <a:gd name="connsiteY166" fmla="*/ 71647 h 771965"/>
              <a:gd name="connsiteX167" fmla="*/ 354549 w 555193"/>
              <a:gd name="connsiteY167" fmla="*/ 85935 h 771965"/>
              <a:gd name="connsiteX168" fmla="*/ 348853 w 555193"/>
              <a:gd name="connsiteY168" fmla="*/ 67628 h 77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555193" h="771965">
                <a:moveTo>
                  <a:pt x="439360" y="687086"/>
                </a:moveTo>
                <a:cubicBezTo>
                  <a:pt x="437864" y="685752"/>
                  <a:pt x="436321" y="684438"/>
                  <a:pt x="434769" y="683152"/>
                </a:cubicBezTo>
                <a:cubicBezTo>
                  <a:pt x="400381" y="655530"/>
                  <a:pt x="355574" y="644453"/>
                  <a:pt x="312277" y="652872"/>
                </a:cubicBezTo>
                <a:lnTo>
                  <a:pt x="314182" y="590360"/>
                </a:lnTo>
                <a:cubicBezTo>
                  <a:pt x="313611" y="567030"/>
                  <a:pt x="311325" y="543774"/>
                  <a:pt x="307343" y="520779"/>
                </a:cubicBezTo>
                <a:cubicBezTo>
                  <a:pt x="315368" y="513065"/>
                  <a:pt x="324862" y="507043"/>
                  <a:pt x="335261" y="503072"/>
                </a:cubicBezTo>
                <a:cubicBezTo>
                  <a:pt x="363367" y="548772"/>
                  <a:pt x="422655" y="563945"/>
                  <a:pt x="469259" y="537362"/>
                </a:cubicBezTo>
                <a:lnTo>
                  <a:pt x="469259" y="537362"/>
                </a:lnTo>
                <a:cubicBezTo>
                  <a:pt x="545706" y="495300"/>
                  <a:pt x="555193" y="417262"/>
                  <a:pt x="555193" y="329775"/>
                </a:cubicBezTo>
                <a:cubicBezTo>
                  <a:pt x="555193" y="329775"/>
                  <a:pt x="477774" y="351206"/>
                  <a:pt x="425263" y="351206"/>
                </a:cubicBezTo>
                <a:cubicBezTo>
                  <a:pt x="423462" y="351206"/>
                  <a:pt x="421700" y="351206"/>
                  <a:pt x="419967" y="351130"/>
                </a:cubicBezTo>
                <a:cubicBezTo>
                  <a:pt x="364931" y="351130"/>
                  <a:pt x="320316" y="395745"/>
                  <a:pt x="320316" y="450780"/>
                </a:cubicBezTo>
                <a:lnTo>
                  <a:pt x="320316" y="455971"/>
                </a:lnTo>
                <a:cubicBezTo>
                  <a:pt x="320351" y="466335"/>
                  <a:pt x="322500" y="476584"/>
                  <a:pt x="326631" y="486089"/>
                </a:cubicBezTo>
                <a:cubicBezTo>
                  <a:pt x="318478" y="489610"/>
                  <a:pt x="310690" y="493924"/>
                  <a:pt x="303381" y="498967"/>
                </a:cubicBezTo>
                <a:cubicBezTo>
                  <a:pt x="301533" y="489490"/>
                  <a:pt x="299571" y="480174"/>
                  <a:pt x="297666" y="470935"/>
                </a:cubicBezTo>
                <a:cubicBezTo>
                  <a:pt x="285921" y="414842"/>
                  <a:pt x="274806" y="361864"/>
                  <a:pt x="287036" y="284550"/>
                </a:cubicBezTo>
                <a:cubicBezTo>
                  <a:pt x="289462" y="269571"/>
                  <a:pt x="292925" y="254778"/>
                  <a:pt x="297399" y="240278"/>
                </a:cubicBezTo>
                <a:cubicBezTo>
                  <a:pt x="310205" y="232120"/>
                  <a:pt x="324915" y="227439"/>
                  <a:pt x="340081" y="226695"/>
                </a:cubicBezTo>
                <a:cubicBezTo>
                  <a:pt x="339957" y="228190"/>
                  <a:pt x="339681" y="229648"/>
                  <a:pt x="339681" y="231153"/>
                </a:cubicBezTo>
                <a:lnTo>
                  <a:pt x="339681" y="235115"/>
                </a:lnTo>
                <a:cubicBezTo>
                  <a:pt x="341886" y="258087"/>
                  <a:pt x="359662" y="276491"/>
                  <a:pt x="382543" y="279492"/>
                </a:cubicBezTo>
                <a:lnTo>
                  <a:pt x="382543" y="279492"/>
                </a:lnTo>
                <a:cubicBezTo>
                  <a:pt x="386529" y="280086"/>
                  <a:pt x="390553" y="280388"/>
                  <a:pt x="394583" y="280397"/>
                </a:cubicBezTo>
                <a:cubicBezTo>
                  <a:pt x="430968" y="280397"/>
                  <a:pt x="455647" y="254384"/>
                  <a:pt x="479603" y="222933"/>
                </a:cubicBezTo>
                <a:cubicBezTo>
                  <a:pt x="458320" y="214487"/>
                  <a:pt x="438087" y="203604"/>
                  <a:pt x="419310" y="190500"/>
                </a:cubicBezTo>
                <a:cubicBezTo>
                  <a:pt x="410730" y="183940"/>
                  <a:pt x="400229" y="180389"/>
                  <a:pt x="389430" y="180394"/>
                </a:cubicBezTo>
                <a:cubicBezTo>
                  <a:pt x="375418" y="180386"/>
                  <a:pt x="362048" y="186261"/>
                  <a:pt x="352577" y="196586"/>
                </a:cubicBezTo>
                <a:cubicBezTo>
                  <a:pt x="349732" y="199965"/>
                  <a:pt x="347325" y="203690"/>
                  <a:pt x="345415" y="207674"/>
                </a:cubicBezTo>
                <a:cubicBezTo>
                  <a:pt x="332002" y="207380"/>
                  <a:pt x="318665" y="209746"/>
                  <a:pt x="306172" y="214636"/>
                </a:cubicBezTo>
                <a:cubicBezTo>
                  <a:pt x="320443" y="178103"/>
                  <a:pt x="338709" y="143258"/>
                  <a:pt x="360636" y="110738"/>
                </a:cubicBezTo>
                <a:cubicBezTo>
                  <a:pt x="363879" y="112192"/>
                  <a:pt x="367233" y="113386"/>
                  <a:pt x="370665" y="114310"/>
                </a:cubicBezTo>
                <a:cubicBezTo>
                  <a:pt x="374596" y="115400"/>
                  <a:pt x="378646" y="116005"/>
                  <a:pt x="382724" y="116110"/>
                </a:cubicBezTo>
                <a:cubicBezTo>
                  <a:pt x="384022" y="116118"/>
                  <a:pt x="385319" y="116020"/>
                  <a:pt x="386601" y="115814"/>
                </a:cubicBezTo>
                <a:cubicBezTo>
                  <a:pt x="410403" y="111719"/>
                  <a:pt x="428198" y="91690"/>
                  <a:pt x="429463" y="67570"/>
                </a:cubicBezTo>
                <a:cubicBezTo>
                  <a:pt x="430403" y="44711"/>
                  <a:pt x="433983" y="22037"/>
                  <a:pt x="440131" y="0"/>
                </a:cubicBezTo>
                <a:cubicBezTo>
                  <a:pt x="396383" y="0"/>
                  <a:pt x="357388" y="4763"/>
                  <a:pt x="336309" y="42958"/>
                </a:cubicBezTo>
                <a:lnTo>
                  <a:pt x="336309" y="42958"/>
                </a:lnTo>
                <a:cubicBezTo>
                  <a:pt x="332011" y="50465"/>
                  <a:pt x="329756" y="58967"/>
                  <a:pt x="329765" y="67618"/>
                </a:cubicBezTo>
                <a:cubicBezTo>
                  <a:pt x="328883" y="80505"/>
                  <a:pt x="333992" y="93079"/>
                  <a:pt x="343614" y="101698"/>
                </a:cubicBezTo>
                <a:cubicBezTo>
                  <a:pt x="330828" y="120845"/>
                  <a:pt x="319218" y="140751"/>
                  <a:pt x="308848" y="161306"/>
                </a:cubicBezTo>
                <a:cubicBezTo>
                  <a:pt x="303487" y="155141"/>
                  <a:pt x="297650" y="149409"/>
                  <a:pt x="291389" y="144161"/>
                </a:cubicBezTo>
                <a:cubicBezTo>
                  <a:pt x="293093" y="140260"/>
                  <a:pt x="294283" y="136156"/>
                  <a:pt x="294932" y="131950"/>
                </a:cubicBezTo>
                <a:cubicBezTo>
                  <a:pt x="295195" y="130286"/>
                  <a:pt x="295342" y="128606"/>
                  <a:pt x="295370" y="126921"/>
                </a:cubicBezTo>
                <a:cubicBezTo>
                  <a:pt x="295339" y="99440"/>
                  <a:pt x="273064" y="77173"/>
                  <a:pt x="245583" y="77153"/>
                </a:cubicBezTo>
                <a:cubicBezTo>
                  <a:pt x="244716" y="77153"/>
                  <a:pt x="243830" y="77153"/>
                  <a:pt x="242935" y="77153"/>
                </a:cubicBezTo>
                <a:cubicBezTo>
                  <a:pt x="220959" y="75900"/>
                  <a:pt x="199179" y="72307"/>
                  <a:pt x="177965" y="66437"/>
                </a:cubicBezTo>
                <a:cubicBezTo>
                  <a:pt x="177965" y="110185"/>
                  <a:pt x="182728" y="149181"/>
                  <a:pt x="220923" y="170259"/>
                </a:cubicBezTo>
                <a:lnTo>
                  <a:pt x="220923" y="170259"/>
                </a:lnTo>
                <a:cubicBezTo>
                  <a:pt x="228431" y="174554"/>
                  <a:pt x="236933" y="176810"/>
                  <a:pt x="245583" y="176803"/>
                </a:cubicBezTo>
                <a:cubicBezTo>
                  <a:pt x="259215" y="176845"/>
                  <a:pt x="272149" y="170773"/>
                  <a:pt x="280826" y="160258"/>
                </a:cubicBezTo>
                <a:cubicBezTo>
                  <a:pt x="287886" y="166226"/>
                  <a:pt x="294228" y="172997"/>
                  <a:pt x="299723" y="180432"/>
                </a:cubicBezTo>
                <a:cubicBezTo>
                  <a:pt x="292167" y="197064"/>
                  <a:pt x="285637" y="214142"/>
                  <a:pt x="280168" y="231572"/>
                </a:cubicBezTo>
                <a:cubicBezTo>
                  <a:pt x="280168" y="231743"/>
                  <a:pt x="280045" y="231905"/>
                  <a:pt x="280016" y="232077"/>
                </a:cubicBezTo>
                <a:cubicBezTo>
                  <a:pt x="274880" y="248279"/>
                  <a:pt x="270926" y="264832"/>
                  <a:pt x="268186" y="281607"/>
                </a:cubicBezTo>
                <a:cubicBezTo>
                  <a:pt x="261500" y="322786"/>
                  <a:pt x="260939" y="364727"/>
                  <a:pt x="266519" y="406070"/>
                </a:cubicBezTo>
                <a:cubicBezTo>
                  <a:pt x="252787" y="402981"/>
                  <a:pt x="239260" y="399039"/>
                  <a:pt x="226019" y="394268"/>
                </a:cubicBezTo>
                <a:cubicBezTo>
                  <a:pt x="226228" y="393716"/>
                  <a:pt x="226495" y="393202"/>
                  <a:pt x="226705" y="392649"/>
                </a:cubicBezTo>
                <a:lnTo>
                  <a:pt x="229867" y="384077"/>
                </a:lnTo>
                <a:cubicBezTo>
                  <a:pt x="233032" y="375837"/>
                  <a:pt x="234730" y="367108"/>
                  <a:pt x="234886" y="358283"/>
                </a:cubicBezTo>
                <a:cubicBezTo>
                  <a:pt x="234903" y="303247"/>
                  <a:pt x="190300" y="258620"/>
                  <a:pt x="135265" y="258604"/>
                </a:cubicBezTo>
                <a:cubicBezTo>
                  <a:pt x="135255" y="258604"/>
                  <a:pt x="135245" y="258604"/>
                  <a:pt x="135236" y="258604"/>
                </a:cubicBezTo>
                <a:cubicBezTo>
                  <a:pt x="133502" y="258651"/>
                  <a:pt x="131731" y="258680"/>
                  <a:pt x="129940" y="258680"/>
                </a:cubicBezTo>
                <a:cubicBezTo>
                  <a:pt x="77419" y="258680"/>
                  <a:pt x="0" y="237249"/>
                  <a:pt x="0" y="237249"/>
                </a:cubicBezTo>
                <a:cubicBezTo>
                  <a:pt x="0" y="324736"/>
                  <a:pt x="9525" y="402736"/>
                  <a:pt x="85906" y="444894"/>
                </a:cubicBezTo>
                <a:lnTo>
                  <a:pt x="85906" y="444894"/>
                </a:lnTo>
                <a:cubicBezTo>
                  <a:pt x="112092" y="459830"/>
                  <a:pt x="143636" y="462096"/>
                  <a:pt x="171688" y="451056"/>
                </a:cubicBezTo>
                <a:cubicBezTo>
                  <a:pt x="190854" y="443228"/>
                  <a:pt x="206948" y="429368"/>
                  <a:pt x="217532" y="411575"/>
                </a:cubicBezTo>
                <a:cubicBezTo>
                  <a:pt x="234442" y="417835"/>
                  <a:pt x="251835" y="422703"/>
                  <a:pt x="269538" y="426129"/>
                </a:cubicBezTo>
                <a:cubicBezTo>
                  <a:pt x="272329" y="442855"/>
                  <a:pt x="275673" y="458934"/>
                  <a:pt x="279006" y="474840"/>
                </a:cubicBezTo>
                <a:cubicBezTo>
                  <a:pt x="288083" y="512706"/>
                  <a:pt x="293474" y="551360"/>
                  <a:pt x="295104" y="590264"/>
                </a:cubicBezTo>
                <a:lnTo>
                  <a:pt x="293094" y="657120"/>
                </a:lnTo>
                <a:cubicBezTo>
                  <a:pt x="276516" y="661480"/>
                  <a:pt x="260866" y="668812"/>
                  <a:pt x="246907" y="678761"/>
                </a:cubicBezTo>
                <a:cubicBezTo>
                  <a:pt x="242992" y="681619"/>
                  <a:pt x="239144" y="684695"/>
                  <a:pt x="235477" y="687924"/>
                </a:cubicBezTo>
                <a:cubicBezTo>
                  <a:pt x="216695" y="680168"/>
                  <a:pt x="196562" y="676208"/>
                  <a:pt x="176241" y="676275"/>
                </a:cubicBezTo>
                <a:cubicBezTo>
                  <a:pt x="119604" y="676036"/>
                  <a:pt x="67542" y="707335"/>
                  <a:pt x="41186" y="757466"/>
                </a:cubicBezTo>
                <a:cubicBezTo>
                  <a:pt x="38552" y="762020"/>
                  <a:pt x="40110" y="767846"/>
                  <a:pt x="44664" y="770480"/>
                </a:cubicBezTo>
                <a:cubicBezTo>
                  <a:pt x="49218" y="773114"/>
                  <a:pt x="55044" y="771556"/>
                  <a:pt x="57677" y="767003"/>
                </a:cubicBezTo>
                <a:cubicBezTo>
                  <a:pt x="57766" y="766849"/>
                  <a:pt x="57851" y="766693"/>
                  <a:pt x="57931" y="766534"/>
                </a:cubicBezTo>
                <a:cubicBezTo>
                  <a:pt x="91500" y="703588"/>
                  <a:pt x="168359" y="677779"/>
                  <a:pt x="233115" y="707708"/>
                </a:cubicBezTo>
                <a:lnTo>
                  <a:pt x="238963" y="710470"/>
                </a:lnTo>
                <a:lnTo>
                  <a:pt x="243726" y="706060"/>
                </a:lnTo>
                <a:cubicBezTo>
                  <a:pt x="248282" y="701810"/>
                  <a:pt x="253085" y="697830"/>
                  <a:pt x="258108" y="694144"/>
                </a:cubicBezTo>
                <a:cubicBezTo>
                  <a:pt x="273184" y="683455"/>
                  <a:pt x="290413" y="676189"/>
                  <a:pt x="308591" y="672856"/>
                </a:cubicBezTo>
                <a:lnTo>
                  <a:pt x="312630" y="672046"/>
                </a:lnTo>
                <a:cubicBezTo>
                  <a:pt x="351322" y="663620"/>
                  <a:pt x="391750" y="673100"/>
                  <a:pt x="422662" y="697849"/>
                </a:cubicBezTo>
                <a:cubicBezTo>
                  <a:pt x="424777" y="699602"/>
                  <a:pt x="426841" y="701405"/>
                  <a:pt x="428854" y="703259"/>
                </a:cubicBezTo>
                <a:lnTo>
                  <a:pt x="431273" y="705507"/>
                </a:lnTo>
                <a:lnTo>
                  <a:pt x="434550" y="705774"/>
                </a:lnTo>
                <a:cubicBezTo>
                  <a:pt x="476186" y="708692"/>
                  <a:pt x="513871" y="731477"/>
                  <a:pt x="535800" y="766991"/>
                </a:cubicBezTo>
                <a:cubicBezTo>
                  <a:pt x="538315" y="771612"/>
                  <a:pt x="544098" y="773320"/>
                  <a:pt x="548719" y="770805"/>
                </a:cubicBezTo>
                <a:cubicBezTo>
                  <a:pt x="553341" y="768290"/>
                  <a:pt x="555047" y="762507"/>
                  <a:pt x="552533" y="757886"/>
                </a:cubicBezTo>
                <a:cubicBezTo>
                  <a:pt x="552369" y="757584"/>
                  <a:pt x="552189" y="757291"/>
                  <a:pt x="551993" y="757009"/>
                </a:cubicBezTo>
                <a:cubicBezTo>
                  <a:pt x="527533" y="717287"/>
                  <a:pt x="485810" y="691386"/>
                  <a:pt x="439360" y="687086"/>
                </a:cubicBezTo>
                <a:close/>
                <a:moveTo>
                  <a:pt x="339347" y="455981"/>
                </a:moveTo>
                <a:lnTo>
                  <a:pt x="339347" y="450780"/>
                </a:lnTo>
                <a:cubicBezTo>
                  <a:pt x="339394" y="406389"/>
                  <a:pt x="375291" y="370374"/>
                  <a:pt x="419681" y="370180"/>
                </a:cubicBezTo>
                <a:cubicBezTo>
                  <a:pt x="421500" y="370237"/>
                  <a:pt x="423358" y="370256"/>
                  <a:pt x="425244" y="370256"/>
                </a:cubicBezTo>
                <a:cubicBezTo>
                  <a:pt x="462552" y="368773"/>
                  <a:pt x="499608" y="363436"/>
                  <a:pt x="535819" y="354330"/>
                </a:cubicBezTo>
                <a:cubicBezTo>
                  <a:pt x="533591" y="432321"/>
                  <a:pt x="519017" y="485242"/>
                  <a:pt x="465658" y="517512"/>
                </a:cubicBezTo>
                <a:lnTo>
                  <a:pt x="459838" y="520837"/>
                </a:lnTo>
                <a:cubicBezTo>
                  <a:pt x="423206" y="541745"/>
                  <a:pt x="376641" y="530754"/>
                  <a:pt x="353225" y="495672"/>
                </a:cubicBezTo>
                <a:cubicBezTo>
                  <a:pt x="356254" y="494471"/>
                  <a:pt x="359331" y="493281"/>
                  <a:pt x="362426" y="492081"/>
                </a:cubicBezTo>
                <a:cubicBezTo>
                  <a:pt x="387381" y="483710"/>
                  <a:pt x="411058" y="471930"/>
                  <a:pt x="432787" y="457076"/>
                </a:cubicBezTo>
                <a:cubicBezTo>
                  <a:pt x="436961" y="453860"/>
                  <a:pt x="437738" y="447867"/>
                  <a:pt x="434521" y="443694"/>
                </a:cubicBezTo>
                <a:cubicBezTo>
                  <a:pt x="431304" y="439520"/>
                  <a:pt x="425312" y="438743"/>
                  <a:pt x="421138" y="441960"/>
                </a:cubicBezTo>
                <a:cubicBezTo>
                  <a:pt x="400854" y="455681"/>
                  <a:pt x="378782" y="466552"/>
                  <a:pt x="355540" y="474269"/>
                </a:cubicBezTo>
                <a:cubicBezTo>
                  <a:pt x="351663" y="475774"/>
                  <a:pt x="347920" y="477241"/>
                  <a:pt x="344167" y="478717"/>
                </a:cubicBezTo>
                <a:cubicBezTo>
                  <a:pt x="341034" y="471545"/>
                  <a:pt x="339401" y="463807"/>
                  <a:pt x="339366" y="455981"/>
                </a:cubicBezTo>
                <a:close/>
                <a:moveTo>
                  <a:pt x="367303" y="208788"/>
                </a:moveTo>
                <a:cubicBezTo>
                  <a:pt x="373124" y="202828"/>
                  <a:pt x="381098" y="199460"/>
                  <a:pt x="389430" y="199444"/>
                </a:cubicBezTo>
                <a:cubicBezTo>
                  <a:pt x="395978" y="199433"/>
                  <a:pt x="402350" y="201563"/>
                  <a:pt x="407575" y="205511"/>
                </a:cubicBezTo>
                <a:cubicBezTo>
                  <a:pt x="420524" y="215178"/>
                  <a:pt x="434449" y="223462"/>
                  <a:pt x="449123" y="230229"/>
                </a:cubicBezTo>
                <a:cubicBezTo>
                  <a:pt x="431730" y="249850"/>
                  <a:pt x="415138" y="261385"/>
                  <a:pt x="394554" y="261385"/>
                </a:cubicBezTo>
                <a:cubicBezTo>
                  <a:pt x="392403" y="261382"/>
                  <a:pt x="390254" y="261268"/>
                  <a:pt x="388115" y="261042"/>
                </a:cubicBezTo>
                <a:lnTo>
                  <a:pt x="385029" y="260633"/>
                </a:lnTo>
                <a:cubicBezTo>
                  <a:pt x="379739" y="259923"/>
                  <a:pt x="374724" y="257851"/>
                  <a:pt x="370475" y="254622"/>
                </a:cubicBezTo>
                <a:cubicBezTo>
                  <a:pt x="363943" y="249640"/>
                  <a:pt x="359705" y="242225"/>
                  <a:pt x="358731" y="234067"/>
                </a:cubicBezTo>
                <a:lnTo>
                  <a:pt x="358731" y="231210"/>
                </a:lnTo>
                <a:cubicBezTo>
                  <a:pt x="358731" y="230134"/>
                  <a:pt x="358912" y="229086"/>
                  <a:pt x="359016" y="228019"/>
                </a:cubicBezTo>
                <a:cubicBezTo>
                  <a:pt x="364872" y="228939"/>
                  <a:pt x="370663" y="230234"/>
                  <a:pt x="376352" y="231896"/>
                </a:cubicBezTo>
                <a:cubicBezTo>
                  <a:pt x="381399" y="233382"/>
                  <a:pt x="386696" y="230495"/>
                  <a:pt x="388182" y="225447"/>
                </a:cubicBezTo>
                <a:cubicBezTo>
                  <a:pt x="389668" y="220400"/>
                  <a:pt x="386781" y="215103"/>
                  <a:pt x="381733" y="213617"/>
                </a:cubicBezTo>
                <a:cubicBezTo>
                  <a:pt x="376466" y="212074"/>
                  <a:pt x="371370" y="210903"/>
                  <a:pt x="366370" y="209960"/>
                </a:cubicBezTo>
                <a:cubicBezTo>
                  <a:pt x="366653" y="209548"/>
                  <a:pt x="366966" y="209157"/>
                  <a:pt x="367303" y="208788"/>
                </a:cubicBezTo>
                <a:close/>
                <a:moveTo>
                  <a:pt x="248888" y="157515"/>
                </a:moveTo>
                <a:cubicBezTo>
                  <a:pt x="247791" y="157641"/>
                  <a:pt x="246688" y="157704"/>
                  <a:pt x="245583" y="157705"/>
                </a:cubicBezTo>
                <a:cubicBezTo>
                  <a:pt x="240238" y="157709"/>
                  <a:pt x="234985" y="156318"/>
                  <a:pt x="230343" y="153667"/>
                </a:cubicBezTo>
                <a:lnTo>
                  <a:pt x="227733" y="152181"/>
                </a:lnTo>
                <a:cubicBezTo>
                  <a:pt x="207350" y="139798"/>
                  <a:pt x="199939" y="119682"/>
                  <a:pt x="197758" y="90659"/>
                </a:cubicBezTo>
                <a:cubicBezTo>
                  <a:pt x="212603" y="93906"/>
                  <a:pt x="227718" y="95759"/>
                  <a:pt x="242907" y="96193"/>
                </a:cubicBezTo>
                <a:cubicBezTo>
                  <a:pt x="243859" y="96193"/>
                  <a:pt x="244812" y="96193"/>
                  <a:pt x="245764" y="96193"/>
                </a:cubicBezTo>
                <a:cubicBezTo>
                  <a:pt x="262659" y="96344"/>
                  <a:pt x="276281" y="110073"/>
                  <a:pt x="276301" y="126968"/>
                </a:cubicBezTo>
                <a:cubicBezTo>
                  <a:pt x="276266" y="127741"/>
                  <a:pt x="276187" y="128510"/>
                  <a:pt x="276063" y="129273"/>
                </a:cubicBezTo>
                <a:cubicBezTo>
                  <a:pt x="275878" y="130368"/>
                  <a:pt x="275636" y="131452"/>
                  <a:pt x="275339" y="132521"/>
                </a:cubicBezTo>
                <a:cubicBezTo>
                  <a:pt x="270920" y="129675"/>
                  <a:pt x="266256" y="127227"/>
                  <a:pt x="261404" y="125206"/>
                </a:cubicBezTo>
                <a:cubicBezTo>
                  <a:pt x="256365" y="123695"/>
                  <a:pt x="251055" y="126555"/>
                  <a:pt x="249545" y="131594"/>
                </a:cubicBezTo>
                <a:cubicBezTo>
                  <a:pt x="248207" y="136049"/>
                  <a:pt x="250287" y="140820"/>
                  <a:pt x="254460" y="142875"/>
                </a:cubicBezTo>
                <a:cubicBezTo>
                  <a:pt x="258287" y="144485"/>
                  <a:pt x="261962" y="146433"/>
                  <a:pt x="265443" y="148695"/>
                </a:cubicBezTo>
                <a:cubicBezTo>
                  <a:pt x="261065" y="153401"/>
                  <a:pt x="255237" y="156506"/>
                  <a:pt x="248888" y="157515"/>
                </a:cubicBezTo>
                <a:close/>
                <a:moveTo>
                  <a:pt x="164763" y="433264"/>
                </a:moveTo>
                <a:cubicBezTo>
                  <a:pt x="155384" y="436970"/>
                  <a:pt x="145388" y="438864"/>
                  <a:pt x="135303" y="438845"/>
                </a:cubicBezTo>
                <a:cubicBezTo>
                  <a:pt x="121318" y="438842"/>
                  <a:pt x="107574" y="435201"/>
                  <a:pt x="95421" y="428282"/>
                </a:cubicBezTo>
                <a:lnTo>
                  <a:pt x="89868" y="425110"/>
                </a:lnTo>
                <a:cubicBezTo>
                  <a:pt x="36290" y="392859"/>
                  <a:pt x="21679" y="339890"/>
                  <a:pt x="19441" y="261776"/>
                </a:cubicBezTo>
                <a:cubicBezTo>
                  <a:pt x="55648" y="270890"/>
                  <a:pt x="92700" y="276236"/>
                  <a:pt x="130007" y="277730"/>
                </a:cubicBezTo>
                <a:cubicBezTo>
                  <a:pt x="131912" y="277730"/>
                  <a:pt x="133741" y="277730"/>
                  <a:pt x="135560" y="277654"/>
                </a:cubicBezTo>
                <a:cubicBezTo>
                  <a:pt x="179934" y="277842"/>
                  <a:pt x="215826" y="313832"/>
                  <a:pt x="215894" y="358207"/>
                </a:cubicBezTo>
                <a:cubicBezTo>
                  <a:pt x="215758" y="364793"/>
                  <a:pt x="214469" y="371305"/>
                  <a:pt x="212084" y="377447"/>
                </a:cubicBezTo>
                <a:lnTo>
                  <a:pt x="208331" y="387401"/>
                </a:lnTo>
                <a:cubicBezTo>
                  <a:pt x="182778" y="376892"/>
                  <a:pt x="158410" y="363705"/>
                  <a:pt x="135636" y="348063"/>
                </a:cubicBezTo>
                <a:cubicBezTo>
                  <a:pt x="131304" y="345058"/>
                  <a:pt x="125358" y="346136"/>
                  <a:pt x="122353" y="350468"/>
                </a:cubicBezTo>
                <a:cubicBezTo>
                  <a:pt x="119349" y="354800"/>
                  <a:pt x="120426" y="360746"/>
                  <a:pt x="124758" y="363750"/>
                </a:cubicBezTo>
                <a:cubicBezTo>
                  <a:pt x="148160" y="379859"/>
                  <a:pt x="173170" y="393496"/>
                  <a:pt x="199387" y="404441"/>
                </a:cubicBezTo>
                <a:cubicBezTo>
                  <a:pt x="191044" y="417345"/>
                  <a:pt x="178966" y="427398"/>
                  <a:pt x="164763" y="433264"/>
                </a:cubicBezTo>
                <a:close/>
                <a:moveTo>
                  <a:pt x="348853" y="67628"/>
                </a:moveTo>
                <a:cubicBezTo>
                  <a:pt x="348849" y="62282"/>
                  <a:pt x="350241" y="57029"/>
                  <a:pt x="352892" y="52388"/>
                </a:cubicBezTo>
                <a:lnTo>
                  <a:pt x="354378" y="49778"/>
                </a:lnTo>
                <a:cubicBezTo>
                  <a:pt x="366760" y="29394"/>
                  <a:pt x="386877" y="21984"/>
                  <a:pt x="415909" y="19802"/>
                </a:cubicBezTo>
                <a:cubicBezTo>
                  <a:pt x="412404" y="35575"/>
                  <a:pt x="410558" y="51671"/>
                  <a:pt x="410404" y="67828"/>
                </a:cubicBezTo>
                <a:cubicBezTo>
                  <a:pt x="408886" y="82416"/>
                  <a:pt x="397988" y="94287"/>
                  <a:pt x="383581" y="97041"/>
                </a:cubicBezTo>
                <a:cubicBezTo>
                  <a:pt x="383296" y="97060"/>
                  <a:pt x="383010" y="97060"/>
                  <a:pt x="382724" y="97041"/>
                </a:cubicBezTo>
                <a:cubicBezTo>
                  <a:pt x="380253" y="96939"/>
                  <a:pt x="377803" y="96539"/>
                  <a:pt x="375428" y="95850"/>
                </a:cubicBezTo>
                <a:cubicBezTo>
                  <a:pt x="374266" y="95545"/>
                  <a:pt x="373047" y="95079"/>
                  <a:pt x="371837" y="94659"/>
                </a:cubicBezTo>
                <a:cubicBezTo>
                  <a:pt x="376847" y="87782"/>
                  <a:pt x="379990" y="83877"/>
                  <a:pt x="380143" y="83687"/>
                </a:cubicBezTo>
                <a:cubicBezTo>
                  <a:pt x="383467" y="79610"/>
                  <a:pt x="382857" y="73609"/>
                  <a:pt x="378781" y="70285"/>
                </a:cubicBezTo>
                <a:cubicBezTo>
                  <a:pt x="374704" y="66961"/>
                  <a:pt x="368703" y="67570"/>
                  <a:pt x="365379" y="71647"/>
                </a:cubicBezTo>
                <a:cubicBezTo>
                  <a:pt x="364684" y="72495"/>
                  <a:pt x="360617" y="77638"/>
                  <a:pt x="354549" y="85935"/>
                </a:cubicBezTo>
                <a:cubicBezTo>
                  <a:pt x="350540" y="80701"/>
                  <a:pt x="348521" y="74212"/>
                  <a:pt x="348853" y="6762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482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9BAFE-B9E4-A86F-11CC-D7AED26B70BA}"/>
              </a:ext>
            </a:extLst>
          </p:cNvPr>
          <p:cNvSpPr txBox="1"/>
          <p:nvPr/>
        </p:nvSpPr>
        <p:spPr>
          <a:xfrm>
            <a:off x="11712624" y="638132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7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F32B61-854E-0DE8-D83D-CDFE745B6484}"/>
              </a:ext>
            </a:extLst>
          </p:cNvPr>
          <p:cNvGrpSpPr/>
          <p:nvPr/>
        </p:nvGrpSpPr>
        <p:grpSpPr>
          <a:xfrm>
            <a:off x="911424" y="836712"/>
            <a:ext cx="6048672" cy="4464496"/>
            <a:chOff x="2910564" y="1199957"/>
            <a:chExt cx="6370872" cy="445808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09FC6E3-2BD4-711F-F7E2-471FD7A57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0564" y="1199957"/>
              <a:ext cx="6370872" cy="445808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75C341-A29A-669E-1104-61EA16E8078A}"/>
                </a:ext>
              </a:extLst>
            </p:cNvPr>
            <p:cNvSpPr/>
            <p:nvPr/>
          </p:nvSpPr>
          <p:spPr>
            <a:xfrm>
              <a:off x="4612460" y="1199957"/>
              <a:ext cx="4410248" cy="934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99D7FAB-B80B-81C7-A1EC-3E2F0520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222" y="116632"/>
            <a:ext cx="5947556" cy="1143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Proposed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D1932-6F27-3411-AC2F-A444F27BB278}"/>
              </a:ext>
            </a:extLst>
          </p:cNvPr>
          <p:cNvSpPr txBox="1"/>
          <p:nvPr/>
        </p:nvSpPr>
        <p:spPr>
          <a:xfrm>
            <a:off x="7462836" y="1844824"/>
            <a:ext cx="44102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Why take this approach?</a:t>
            </a:r>
          </a:p>
          <a:p>
            <a:pPr algn="ctr"/>
            <a:endParaRPr lang="en-GB" sz="2000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Covalently linked complex overcomes transient ACP-protein interactions  protein structural studies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Underutilised strategy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Interdisciplinary project  streamline progress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CA13EB2-F667-DF95-9B73-D2CE32B894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277127"/>
              </p:ext>
            </p:extLst>
          </p:nvPr>
        </p:nvGraphicFramePr>
        <p:xfrm>
          <a:off x="2949575" y="5500688"/>
          <a:ext cx="8526463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8527076" imgH="896278" progId="ChemDraw.Document.6.0">
                  <p:embed/>
                </p:oleObj>
              </mc:Choice>
              <mc:Fallback>
                <p:oleObj name="CS ChemDraw Drawing" r:id="rId3" imgW="8527076" imgH="896278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CA13EB2-F667-DF95-9B73-D2CE32B894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9575" y="5500688"/>
                        <a:ext cx="8526463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130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6C4A93-0250-74C1-AEA8-D3797759ED4F}"/>
              </a:ext>
            </a:extLst>
          </p:cNvPr>
          <p:cNvSpPr txBox="1"/>
          <p:nvPr/>
        </p:nvSpPr>
        <p:spPr>
          <a:xfrm>
            <a:off x="11712624" y="638132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A082D2-7C7E-585E-1348-B9064A7444C5}"/>
              </a:ext>
            </a:extLst>
          </p:cNvPr>
          <p:cNvSpPr txBox="1">
            <a:spLocks/>
          </p:cNvSpPr>
          <p:nvPr/>
        </p:nvSpPr>
        <p:spPr>
          <a:xfrm>
            <a:off x="3122222" y="116632"/>
            <a:ext cx="594755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Current plans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22733-DEAE-467B-3BCB-EF8E84561B49}"/>
              </a:ext>
            </a:extLst>
          </p:cNvPr>
          <p:cNvSpPr txBox="1"/>
          <p:nvPr/>
        </p:nvSpPr>
        <p:spPr>
          <a:xfrm>
            <a:off x="623392" y="1700808"/>
            <a:ext cx="10801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Synthesis of a variety of derivatised pantetheine linker arms</a:t>
            </a: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arenR"/>
            </a:pPr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Chloroacrylamides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(originally reported by the Burkhart group, 2006)</a:t>
            </a:r>
            <a:endParaRPr lang="en-GB" i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Haloacetimides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(reported by </a:t>
            </a:r>
            <a:r>
              <a:rPr lang="en-GB" dirty="0" err="1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Miyanaga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group, 2018)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Synthesis currently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ctr">
              <a:buFont typeface="+mj-lt"/>
              <a:buAutoNum type="arabicParenR"/>
            </a:pPr>
            <a:endParaRPr lang="en-GB" b="1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A97225F-9C69-E547-8671-3F54EA2783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769716"/>
              </p:ext>
            </p:extLst>
          </p:nvPr>
        </p:nvGraphicFramePr>
        <p:xfrm>
          <a:off x="7896200" y="2435547"/>
          <a:ext cx="270986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09370" imgH="633929" progId="ChemDraw.Document.6.0">
                  <p:embed/>
                </p:oleObj>
              </mc:Choice>
              <mc:Fallback>
                <p:oleObj name="CS ChemDraw Drawing" r:id="rId2" imgW="2709370" imgH="633929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A97225F-9C69-E547-8671-3F54EA2783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96200" y="2435547"/>
                        <a:ext cx="2709862" cy="633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D3AE664-E8D0-2B52-AA60-1B4F3B548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255199"/>
              </p:ext>
            </p:extLst>
          </p:nvPr>
        </p:nvGraphicFramePr>
        <p:xfrm>
          <a:off x="6456040" y="3270468"/>
          <a:ext cx="248443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483673" imgH="633929" progId="ChemDraw.Document.6.0">
                  <p:embed/>
                </p:oleObj>
              </mc:Choice>
              <mc:Fallback>
                <p:oleObj name="CS ChemDraw Drawing" r:id="rId4" imgW="2483673" imgH="633929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D3AE664-E8D0-2B52-AA60-1B4F3B548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56040" y="3270468"/>
                        <a:ext cx="2484438" cy="633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059C66-2444-05F0-DC9C-DFC1E393BC8F}"/>
              </a:ext>
            </a:extLst>
          </p:cNvPr>
          <p:cNvSpPr txBox="1"/>
          <p:nvPr/>
        </p:nvSpPr>
        <p:spPr>
          <a:xfrm>
            <a:off x="2463911" y="6095037"/>
            <a:ext cx="8888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Miyanaga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A.;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Ouchi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R.; Ishikawa, F.; Goto, E.; Tanabe, G.; Kudo, F.;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Eguchi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T. Structural Basis of Protein–Protein Interactions between a Trans-Acting Acyltransferase and Acyl Carrier Protein in Polyketide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Disorazole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Biosynthesis.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J. Am. Chem. Soc.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2018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140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(25), 7970–7978. https://doi.org/10.1021/jacs.8b04162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37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86BC8-D7DF-B70B-DCE3-A8D5CE2D3674}"/>
              </a:ext>
            </a:extLst>
          </p:cNvPr>
          <p:cNvSpPr txBox="1"/>
          <p:nvPr/>
        </p:nvSpPr>
        <p:spPr>
          <a:xfrm>
            <a:off x="11712624" y="638132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47E5D-5DFF-9463-97D1-D243459A6F6C}"/>
              </a:ext>
            </a:extLst>
          </p:cNvPr>
          <p:cNvSpPr txBox="1"/>
          <p:nvPr/>
        </p:nvSpPr>
        <p:spPr>
          <a:xfrm>
            <a:off x="551384" y="764704"/>
            <a:ext cx="112332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2"/>
            </a:pPr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Upgrade linkers onto </a:t>
            </a:r>
            <a:r>
              <a:rPr lang="en-GB" sz="2400" b="1" i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apo</a:t>
            </a:r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-ACPs to form </a:t>
            </a:r>
            <a:r>
              <a:rPr lang="en-GB" sz="2400" b="1" i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crypto</a:t>
            </a:r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-ACPs  assays with target proteins to establish ACP-protein structure-function relationships</a:t>
            </a:r>
          </a:p>
          <a:p>
            <a:endParaRPr lang="en-GB" sz="2400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endParaRPr lang="en-GB" b="1" dirty="0">
              <a:solidFill>
                <a:srgbClr val="1E297E"/>
              </a:solidFill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Initially, this strategy will be employed on the mupirocin biosynthetic pathway, though could be applied to other polyketide systems (leinamycin, </a:t>
            </a:r>
            <a:r>
              <a:rPr lang="en-GB" dirty="0" err="1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kalimantacin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GB" i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etc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.)</a:t>
            </a:r>
            <a:endParaRPr lang="en-GB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ctr">
              <a:buFont typeface="+mj-lt"/>
              <a:buAutoNum type="arabicParenR"/>
            </a:pPr>
            <a:endParaRPr lang="en-GB" b="1" dirty="0">
              <a:latin typeface="Franklin Gothic Book" panose="020B05030201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050" name="Picture 2" descr="New Method to Model Protein Interactions May Help Accelerate Drug  Development - SBU News">
            <a:extLst>
              <a:ext uri="{FF2B5EF4-FFF2-40B4-BE49-F238E27FC236}">
                <a16:creationId xmlns:a16="http://schemas.microsoft.com/office/drawing/2014/main" id="{2E60D6CA-A5E3-441E-1EFD-97B0A2DC86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9" t="5948" r="6452" b="7710"/>
          <a:stretch/>
        </p:blipFill>
        <p:spPr bwMode="auto">
          <a:xfrm>
            <a:off x="4055161" y="1664803"/>
            <a:ext cx="4081678" cy="363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08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5B8-6236-87E9-67D9-7DD20D98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Acknowledgement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</a:rPr>
              <a:t>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A97F02-EB25-EF86-DC2A-64FA914697F1}"/>
              </a:ext>
            </a:extLst>
          </p:cNvPr>
          <p:cNvGrpSpPr/>
          <p:nvPr/>
        </p:nvGrpSpPr>
        <p:grpSpPr>
          <a:xfrm>
            <a:off x="8616280" y="5910913"/>
            <a:ext cx="3215680" cy="795628"/>
            <a:chOff x="6312024" y="1700808"/>
            <a:chExt cx="5112568" cy="13681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BD1EFA-1B90-90B3-506C-D65ABA202C6F}"/>
                </a:ext>
              </a:extLst>
            </p:cNvPr>
            <p:cNvSpPr/>
            <p:nvPr/>
          </p:nvSpPr>
          <p:spPr>
            <a:xfrm>
              <a:off x="6312024" y="1700808"/>
              <a:ext cx="5112568" cy="1368152"/>
            </a:xfrm>
            <a:prstGeom prst="rect">
              <a:avLst/>
            </a:prstGeom>
            <a:solidFill>
              <a:srgbClr val="1E297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" name="Picture 3" descr="A logo with white text&#10;&#10;Description automatically generated">
              <a:extLst>
                <a:ext uri="{FF2B5EF4-FFF2-40B4-BE49-F238E27FC236}">
                  <a16:creationId xmlns:a16="http://schemas.microsoft.com/office/drawing/2014/main" id="{6A3575AB-5AD7-9115-B05E-6D933C6D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4032" y="1772816"/>
              <a:ext cx="4896544" cy="1224136"/>
            </a:xfrm>
            <a:prstGeom prst="rect">
              <a:avLst/>
            </a:prstGeom>
          </p:spPr>
        </p:pic>
      </p:grpSp>
      <p:pic>
        <p:nvPicPr>
          <p:cNvPr id="6146" name="Picture 2" descr="Bristol Neuroscience Research Network | Bristol Neuroscience Research  Network | University of Bristol">
            <a:extLst>
              <a:ext uri="{FF2B5EF4-FFF2-40B4-BE49-F238E27FC236}">
                <a16:creationId xmlns:a16="http://schemas.microsoft.com/office/drawing/2014/main" id="{CD6F0560-BE5E-00BE-EE42-F1B229568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t="17450" r="8897" b="39500"/>
          <a:stretch/>
        </p:blipFill>
        <p:spPr bwMode="auto">
          <a:xfrm>
            <a:off x="4484268" y="5805264"/>
            <a:ext cx="3095358" cy="94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75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5FA704F-A895-497E-B7AE-57F20F06F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987847"/>
              </p:ext>
            </p:extLst>
          </p:nvPr>
        </p:nvGraphicFramePr>
        <p:xfrm>
          <a:off x="2063750" y="1562100"/>
          <a:ext cx="456247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562887" imgH="1027453" progId="ChemDraw.Document.6.0">
                  <p:embed/>
                </p:oleObj>
              </mc:Choice>
              <mc:Fallback>
                <p:oleObj name="CS ChemDraw Drawing" r:id="rId2" imgW="4562887" imgH="1027453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5FA704F-A895-497E-B7AE-57F20F06F1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750" y="1562100"/>
                        <a:ext cx="4562475" cy="1027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8AAB59F-5BFB-AEF7-62E5-39527E4CF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362733"/>
              </p:ext>
            </p:extLst>
          </p:nvPr>
        </p:nvGraphicFramePr>
        <p:xfrm>
          <a:off x="6788150" y="1539875"/>
          <a:ext cx="311943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119321" imgH="1008999" progId="ChemDraw.Document.6.0">
                  <p:embed/>
                </p:oleObj>
              </mc:Choice>
              <mc:Fallback>
                <p:oleObj name="CS ChemDraw Drawing" r:id="rId4" imgW="3119321" imgH="1008999" progId="ChemDraw.Document.6.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8AAB59F-5BFB-AEF7-62E5-39527E4CF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88150" y="1539875"/>
                        <a:ext cx="3119438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7153C25-8C3D-1CE6-51F6-4D9145D555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66969"/>
              </p:ext>
            </p:extLst>
          </p:nvPr>
        </p:nvGraphicFramePr>
        <p:xfrm>
          <a:off x="6763172" y="615404"/>
          <a:ext cx="989012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989175" imgH="941666" progId="ChemDraw.Document.6.0">
                  <p:embed/>
                </p:oleObj>
              </mc:Choice>
              <mc:Fallback>
                <p:oleObj name="CS ChemDraw Drawing" r:id="rId6" imgW="989175" imgH="941666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7153C25-8C3D-1CE6-51F6-4D9145D555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63172" y="615404"/>
                        <a:ext cx="989012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2DD2A25-BE3A-DF2F-7ED0-F16B8D510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19447"/>
              </p:ext>
            </p:extLst>
          </p:nvPr>
        </p:nvGraphicFramePr>
        <p:xfrm>
          <a:off x="7767638" y="2590800"/>
          <a:ext cx="2254250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253980" imgH="2799560" progId="ChemDraw.Document.6.0">
                  <p:embed/>
                </p:oleObj>
              </mc:Choice>
              <mc:Fallback>
                <p:oleObj name="CS ChemDraw Drawing" r:id="rId8" imgW="2253980" imgH="2799560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2DD2A25-BE3A-DF2F-7ED0-F16B8D5109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67638" y="2590800"/>
                        <a:ext cx="2254250" cy="280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0C3ACA9-3148-9072-F84A-6B58AD6D5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875923"/>
              </p:ext>
            </p:extLst>
          </p:nvPr>
        </p:nvGraphicFramePr>
        <p:xfrm>
          <a:off x="3722688" y="4311650"/>
          <a:ext cx="3962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3962691" imgH="1054386" progId="ChemDraw.Document.6.0">
                  <p:embed/>
                </p:oleObj>
              </mc:Choice>
              <mc:Fallback>
                <p:oleObj name="CS ChemDraw Drawing" r:id="rId10" imgW="3962691" imgH="1054386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0C3ACA9-3148-9072-F84A-6B58AD6D5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22688" y="4311650"/>
                        <a:ext cx="3962400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3D9E1A2-520D-D147-8873-0176B6E8A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610293"/>
              </p:ext>
            </p:extLst>
          </p:nvPr>
        </p:nvGraphicFramePr>
        <p:xfrm>
          <a:off x="3854450" y="5257800"/>
          <a:ext cx="2830513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2830208" imgH="1328706" progId="ChemDraw.Document.6.0">
                  <p:embed/>
                </p:oleObj>
              </mc:Choice>
              <mc:Fallback>
                <p:oleObj name="CS ChemDraw Drawing" r:id="rId12" imgW="2830208" imgH="1328706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3D9E1A2-520D-D147-8873-0176B6E8AE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54450" y="5257800"/>
                        <a:ext cx="2830513" cy="1328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51B3DBB-04C2-357C-5859-53C49846E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740955"/>
              </p:ext>
            </p:extLst>
          </p:nvPr>
        </p:nvGraphicFramePr>
        <p:xfrm>
          <a:off x="6236121" y="2544861"/>
          <a:ext cx="2043113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2043762" imgH="1659885" progId="ChemDraw.Document.6.0">
                  <p:embed/>
                </p:oleObj>
              </mc:Choice>
              <mc:Fallback>
                <p:oleObj name="CS ChemDraw Drawing" r:id="rId14" imgW="2043762" imgH="1659885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51B3DBB-04C2-357C-5859-53C49846EC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36121" y="2544861"/>
                        <a:ext cx="2043113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A956AB-B9E9-789A-F931-52C05EFEC67A}"/>
              </a:ext>
            </a:extLst>
          </p:cNvPr>
          <p:cNvSpPr txBox="1"/>
          <p:nvPr/>
        </p:nvSpPr>
        <p:spPr>
          <a:xfrm>
            <a:off x="363409" y="547674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Chloroacrylamide synthesis</a:t>
            </a:r>
          </a:p>
        </p:txBody>
      </p:sp>
    </p:spTree>
    <p:extLst>
      <p:ext uri="{BB962C8B-B14F-4D97-AF65-F5344CB8AC3E}">
        <p14:creationId xmlns:p14="http://schemas.microsoft.com/office/powerpoint/2010/main" val="408732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167E9CE-5A60-46BA-C4C2-19CEA09D9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98685"/>
              </p:ext>
            </p:extLst>
          </p:nvPr>
        </p:nvGraphicFramePr>
        <p:xfrm>
          <a:off x="1415480" y="2780928"/>
          <a:ext cx="969645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697009" imgH="1917247" progId="ChemDraw.Document.6.0">
                  <p:embed/>
                </p:oleObj>
              </mc:Choice>
              <mc:Fallback>
                <p:oleObj name="CS ChemDraw Drawing" r:id="rId2" imgW="9697009" imgH="1917247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167E9CE-5A60-46BA-C4C2-19CEA09D9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15480" y="2780928"/>
                        <a:ext cx="9696450" cy="191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7C023E-1731-DD86-AB40-24B1D2B7D350}"/>
              </a:ext>
            </a:extLst>
          </p:cNvPr>
          <p:cNvSpPr txBox="1"/>
          <p:nvPr/>
        </p:nvSpPr>
        <p:spPr>
          <a:xfrm>
            <a:off x="363408" y="547674"/>
            <a:ext cx="6380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CBTF reagents?</a:t>
            </a:r>
          </a:p>
          <a:p>
            <a:endParaRPr lang="en-GB" sz="2400" b="1" dirty="0">
              <a:latin typeface="Franklin Gothic Book" panose="020B0503020102020204" pitchFamily="34" charset="0"/>
            </a:endParaRPr>
          </a:p>
          <a:p>
            <a:endParaRPr lang="en-GB" sz="2400" b="1" dirty="0">
              <a:latin typeface="Franklin Gothic Book" panose="020B0503020102020204" pitchFamily="34" charset="0"/>
            </a:endParaRPr>
          </a:p>
          <a:p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</a:rPr>
              <a:t>Reported in 2015 in the context of antibody conjugates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3F2D8-78D8-6478-959C-9DEFD5173763}"/>
              </a:ext>
            </a:extLst>
          </p:cNvPr>
          <p:cNvSpPr txBox="1"/>
          <p:nvPr/>
        </p:nvSpPr>
        <p:spPr>
          <a:xfrm>
            <a:off x="8760296" y="6381328"/>
            <a:ext cx="295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1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</a:rPr>
              <a:t>Bioconjugate Chem.</a:t>
            </a:r>
            <a:r>
              <a:rPr lang="en-GB" sz="1200" b="0" i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</a:rPr>
              <a:t> 2015, </a:t>
            </a:r>
            <a:r>
              <a:rPr lang="en-GB" sz="1200" b="1" i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</a:rPr>
              <a:t>26</a:t>
            </a:r>
            <a:r>
              <a:rPr lang="en-GB" sz="1200" b="0" i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</a:rPr>
              <a:t>, 197–200</a:t>
            </a:r>
            <a:endParaRPr lang="en-GB" sz="1200" dirty="0">
              <a:solidFill>
                <a:srgbClr val="1E29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091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805B8-6236-87E9-67D9-7DD20D98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</a:rPr>
              <a:t>Vinyl-heteroarenes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31656DD-E526-BA63-B355-733A38B2B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976097"/>
              </p:ext>
            </p:extLst>
          </p:nvPr>
        </p:nvGraphicFramePr>
        <p:xfrm>
          <a:off x="2503488" y="1577975"/>
          <a:ext cx="7183437" cy="305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904090" imgH="2511275" progId="ChemDraw.Document.6.0">
                  <p:embed/>
                </p:oleObj>
              </mc:Choice>
              <mc:Fallback>
                <p:oleObj name="CS ChemDraw Drawing" r:id="rId2" imgW="5904090" imgH="2511275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31656DD-E526-BA63-B355-733A38B2B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3488" y="1577975"/>
                        <a:ext cx="7183437" cy="305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72F075-23FC-01BD-7992-520AFE38E117}"/>
              </a:ext>
            </a:extLst>
          </p:cNvPr>
          <p:cNvSpPr txBox="1"/>
          <p:nvPr/>
        </p:nvSpPr>
        <p:spPr>
          <a:xfrm>
            <a:off x="2567608" y="6319773"/>
            <a:ext cx="9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Seki, H.; J. Walsh, S.; D. 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Bargh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J.; S. Parker, J.; Carroll, J.; R. Spring, D. Rapid and Robust Cysteine Bioconjugation with </a:t>
            </a:r>
            <a:r>
              <a:rPr lang="en-GB" sz="1200" kern="0" dirty="0" err="1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Vinylheteroarenes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.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Chem. Sci.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</a:t>
            </a:r>
            <a:r>
              <a:rPr lang="en-GB" sz="1200" b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2021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, </a:t>
            </a:r>
            <a:r>
              <a:rPr lang="en-GB" sz="1200" i="1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12</a:t>
            </a:r>
            <a:r>
              <a:rPr lang="en-GB" sz="1200" kern="0" dirty="0">
                <a:solidFill>
                  <a:srgbClr val="1E297E"/>
                </a:solidFill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 (26), 9060–9068. https://doi.org/10.1039/D1SC02722K.</a:t>
            </a:r>
            <a:endParaRPr lang="en-GB" sz="1200" dirty="0">
              <a:solidFill>
                <a:srgbClr val="1E297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C4787-BFFD-A769-7A46-0D6039FA4E24}"/>
              </a:ext>
            </a:extLst>
          </p:cNvPr>
          <p:cNvSpPr txBox="1"/>
          <p:nvPr/>
        </p:nvSpPr>
        <p:spPr>
          <a:xfrm>
            <a:off x="407368" y="5014917"/>
            <a:ext cx="11593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Vinyl-heteroarenes, particularly –</a:t>
            </a:r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pyrimidines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and –</a:t>
            </a:r>
            <a:r>
              <a:rPr lang="en-GB" b="1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triazines</a:t>
            </a:r>
            <a:r>
              <a:rPr lang="en-GB" dirty="0">
                <a:solidFill>
                  <a:srgbClr val="1E297E"/>
                </a:solidFill>
                <a:latin typeface="Franklin Gothic Book" panose="020B05030201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show selective and fast addition to proteinogenic cysteine residues.</a:t>
            </a:r>
          </a:p>
        </p:txBody>
      </p:sp>
    </p:spTree>
    <p:extLst>
      <p:ext uri="{BB962C8B-B14F-4D97-AF65-F5344CB8AC3E}">
        <p14:creationId xmlns:p14="http://schemas.microsoft.com/office/powerpoint/2010/main" val="43881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9a076c81-8bd7-446b-89f2-c8b35d2f632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E6DC9CAB96BD448BBACA96C7EC61D4" ma:contentTypeVersion="20" ma:contentTypeDescription="Create a new document." ma:contentTypeScope="" ma:versionID="6a45f14e5f56e3ad4112d570eba2f530">
  <xsd:schema xmlns:xsd="http://www.w3.org/2001/XMLSchema" xmlns:xs="http://www.w3.org/2001/XMLSchema" xmlns:p="http://schemas.microsoft.com/office/2006/metadata/properties" xmlns:ns2="9a076c81-8bd7-446b-89f2-c8b35d2f6328" xmlns:ns3="3d72c92f-5b8a-4ab6-ac95-983719305583" xmlns:ns4="edb9d0e4-5370-4cfb-9e4e-bdf6de379f60" targetNamespace="http://schemas.microsoft.com/office/2006/metadata/properties" ma:root="true" ma:fieldsID="f212ecb6bf072a81c4340ed6b34f90d4" ns2:_="" ns3:_="" ns4:_="">
    <xsd:import namespace="9a076c81-8bd7-446b-89f2-c8b35d2f6328"/>
    <xsd:import namespace="3d72c92f-5b8a-4ab6-ac95-983719305583"/>
    <xsd:import namespace="edb9d0e4-5370-4cfb-9e4e-bdf6de379f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4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076c81-8bd7-446b-89f2-c8b35d2f63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72c92f-5b8a-4ab6-ac95-98371930558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f091e7b-210b-4310-96eb-9a2937e59970}" ma:internalName="TaxCatchAll" ma:showField="CatchAllData" ma:web="3d72c92f-5b8a-4ab6-ac95-9837193055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883061-F89D-485A-A6D8-E5F7DAE97693}">
  <ds:schemaRefs>
    <ds:schemaRef ds:uri="http://purl.org/dc/dcmitype/"/>
    <ds:schemaRef ds:uri="http://schemas.microsoft.com/office/infopath/2007/PartnerControls"/>
    <ds:schemaRef ds:uri="edb9d0e4-5370-4cfb-9e4e-bdf6de379f60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3d72c92f-5b8a-4ab6-ac95-983719305583"/>
    <ds:schemaRef ds:uri="9a076c81-8bd7-446b-89f2-c8b35d2f632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A2D3AB1-AC10-4B80-A208-E9C2F27F4A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076c81-8bd7-446b-89f2-c8b35d2f6328"/>
    <ds:schemaRef ds:uri="3d72c92f-5b8a-4ab6-ac95-983719305583"/>
    <ds:schemaRef ds:uri="edb9d0e4-5370-4cfb-9e4e-bdf6de379f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727529-728B-40F6-BEEC-416FC81F2C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11745</TotalTime>
  <Words>832</Words>
  <Application>Microsoft Office PowerPoint</Application>
  <PresentationFormat>Widescreen</PresentationFormat>
  <Paragraphs>125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Franklin Gothic Book</vt:lpstr>
      <vt:lpstr>Times New Roman</vt:lpstr>
      <vt:lpstr>Office Theme</vt:lpstr>
      <vt:lpstr>CS ChemDraw Drawing</vt:lpstr>
      <vt:lpstr>PowerPoint Presentation</vt:lpstr>
      <vt:lpstr>Purpose</vt:lpstr>
      <vt:lpstr>PowerPoint Presentation</vt:lpstr>
      <vt:lpstr>PowerPoint Presentation</vt:lpstr>
      <vt:lpstr>PowerPoint Presentation</vt:lpstr>
      <vt:lpstr>PowerPoint Presentation</vt:lpstr>
      <vt:lpstr>Turning to nature</vt:lpstr>
      <vt:lpstr>Turning to nature</vt:lpstr>
      <vt:lpstr>Turning to nature</vt:lpstr>
      <vt:lpstr>Turning to nature</vt:lpstr>
      <vt:lpstr>Turning to nature</vt:lpstr>
      <vt:lpstr>Turning to nature</vt:lpstr>
      <vt:lpstr>Turning to nature</vt:lpstr>
      <vt:lpstr>Proposed workflow</vt:lpstr>
      <vt:lpstr>PowerPoint Presentation</vt:lpstr>
      <vt:lpstr>PowerPoint Presentation</vt:lpstr>
      <vt:lpstr>Acknowledgements</vt:lpstr>
      <vt:lpstr>PowerPoint Presentation</vt:lpstr>
      <vt:lpstr>PowerPoint Presentation</vt:lpstr>
      <vt:lpstr>Vinyl-heteroarenes</vt:lpstr>
    </vt:vector>
  </TitlesOfParts>
  <Company>University of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Emma Turner</dc:creator>
  <cp:lastModifiedBy>Ben Kelly</cp:lastModifiedBy>
  <cp:revision>212</cp:revision>
  <cp:lastPrinted>2022-06-08T14:30:04Z</cp:lastPrinted>
  <dcterms:created xsi:type="dcterms:W3CDTF">2012-09-19T08:49:22Z</dcterms:created>
  <dcterms:modified xsi:type="dcterms:W3CDTF">2026-03-21T16:51:43Z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0x01010095E6DC9CAB96BD448BBACA96C7EC61D4</vt:lpwstr>
  </property>
  <property fmtid="{D5CDD505-2E9C-101B-9397-08002B2CF9AE}" pid="3" name="MediaServiceImageTags">
    <vt:lpwstr/>
  </property>
</Properties>
</file>