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62" r:id="rId5"/>
    <p:sldId id="260" r:id="rId6"/>
    <p:sldId id="263" r:id="rId7"/>
    <p:sldId id="264" r:id="rId8"/>
    <p:sldId id="259" r:id="rId9"/>
    <p:sldId id="261" r:id="rId10"/>
    <p:sldId id="267" r:id="rId11"/>
    <p:sldId id="266" r:id="rId12"/>
    <p:sldId id="265" r:id="rId13"/>
    <p:sldId id="268" r:id="rId14"/>
    <p:sldId id="269" r:id="rId15"/>
    <p:sldId id="270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73" r:id="rId27"/>
    <p:sldId id="274" r:id="rId28"/>
    <p:sldId id="271" r:id="rId29"/>
    <p:sldId id="272" r:id="rId30"/>
    <p:sldId id="27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BF6FD-3DB7-41E9-B320-79265F160705}" v="4035" dt="2024-12-09T23:53:07.7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79" autoAdjust="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Kelly" userId="c94d8882-69fe-4a70-b219-d94260460edf" providerId="ADAL" clId="{841BF6FD-3DB7-41E9-B320-79265F160705}"/>
    <pc:docChg chg="undo redo custSel addSld delSld modSld sldOrd">
      <pc:chgData name="Ben Kelly" userId="c94d8882-69fe-4a70-b219-d94260460edf" providerId="ADAL" clId="{841BF6FD-3DB7-41E9-B320-79265F160705}" dt="2024-12-10T00:02:25.287" v="7714" actId="20577"/>
      <pc:docMkLst>
        <pc:docMk/>
      </pc:docMkLst>
      <pc:sldChg chg="addSp modSp mod">
        <pc:chgData name="Ben Kelly" userId="c94d8882-69fe-4a70-b219-d94260460edf" providerId="ADAL" clId="{841BF6FD-3DB7-41E9-B320-79265F160705}" dt="2024-12-09T22:01:07.729" v="5375" actId="1037"/>
        <pc:sldMkLst>
          <pc:docMk/>
          <pc:sldMk cId="2878076757" sldId="258"/>
        </pc:sldMkLst>
        <pc:spChg chg="mod">
          <ac:chgData name="Ben Kelly" userId="c94d8882-69fe-4a70-b219-d94260460edf" providerId="ADAL" clId="{841BF6FD-3DB7-41E9-B320-79265F160705}" dt="2024-12-09T22:01:03.501" v="5371" actId="14100"/>
          <ac:spMkLst>
            <pc:docMk/>
            <pc:sldMk cId="2878076757" sldId="258"/>
            <ac:spMk id="5" creationId="{CDA41633-8064-6682-BE1F-BCA2940E8AC8}"/>
          </ac:spMkLst>
        </pc:spChg>
        <pc:spChg chg="add mod">
          <ac:chgData name="Ben Kelly" userId="c94d8882-69fe-4a70-b219-d94260460edf" providerId="ADAL" clId="{841BF6FD-3DB7-41E9-B320-79265F160705}" dt="2024-12-09T22:01:07.729" v="5375" actId="1037"/>
          <ac:spMkLst>
            <pc:docMk/>
            <pc:sldMk cId="2878076757" sldId="258"/>
            <ac:spMk id="9" creationId="{4BDCEEFE-0F61-D933-0E96-A6797498502B}"/>
          </ac:spMkLst>
        </pc:spChg>
      </pc:sldChg>
      <pc:sldChg chg="addSp delSp modSp mod delAnim modAnim">
        <pc:chgData name="Ben Kelly" userId="c94d8882-69fe-4a70-b219-d94260460edf" providerId="ADAL" clId="{841BF6FD-3DB7-41E9-B320-79265F160705}" dt="2024-12-09T23:51:09.461" v="7070" actId="1076"/>
        <pc:sldMkLst>
          <pc:docMk/>
          <pc:sldMk cId="2555261840" sldId="259"/>
        </pc:sldMkLst>
        <pc:spChg chg="mod">
          <ac:chgData name="Ben Kelly" userId="c94d8882-69fe-4a70-b219-d94260460edf" providerId="ADAL" clId="{841BF6FD-3DB7-41E9-B320-79265F160705}" dt="2024-12-09T17:20:15.238" v="1061"/>
          <ac:spMkLst>
            <pc:docMk/>
            <pc:sldMk cId="2555261840" sldId="259"/>
            <ac:spMk id="4" creationId="{1E0168C5-DD9A-1371-2F12-ACB5C0AAAD49}"/>
          </ac:spMkLst>
        </pc:spChg>
        <pc:spChg chg="add del mod">
          <ac:chgData name="Ben Kelly" userId="c94d8882-69fe-4a70-b219-d94260460edf" providerId="ADAL" clId="{841BF6FD-3DB7-41E9-B320-79265F160705}" dt="2024-12-09T17:34:21.262" v="1753" actId="478"/>
          <ac:spMkLst>
            <pc:docMk/>
            <pc:sldMk cId="2555261840" sldId="259"/>
            <ac:spMk id="6" creationId="{E5BAC1DF-8771-7E34-EB9A-47E3E3BEDC10}"/>
          </ac:spMkLst>
        </pc:spChg>
        <pc:spChg chg="mod">
          <ac:chgData name="Ben Kelly" userId="c94d8882-69fe-4a70-b219-d94260460edf" providerId="ADAL" clId="{841BF6FD-3DB7-41E9-B320-79265F160705}" dt="2024-12-09T17:33:37.953" v="1737"/>
          <ac:spMkLst>
            <pc:docMk/>
            <pc:sldMk cId="2555261840" sldId="259"/>
            <ac:spMk id="8" creationId="{5836D1E9-C2CC-8562-7FD4-F70D00C5E903}"/>
          </ac:spMkLst>
        </pc:spChg>
        <pc:spChg chg="mod">
          <ac:chgData name="Ben Kelly" userId="c94d8882-69fe-4a70-b219-d94260460edf" providerId="ADAL" clId="{841BF6FD-3DB7-41E9-B320-79265F160705}" dt="2024-12-09T17:33:30.338" v="1733" actId="1076"/>
          <ac:spMkLst>
            <pc:docMk/>
            <pc:sldMk cId="2555261840" sldId="259"/>
            <ac:spMk id="9" creationId="{8CF0CBCE-79D4-3DAD-5E4C-C83AF58DF38D}"/>
          </ac:spMkLst>
        </pc:spChg>
        <pc:spChg chg="add mod">
          <ac:chgData name="Ben Kelly" userId="c94d8882-69fe-4a70-b219-d94260460edf" providerId="ADAL" clId="{841BF6FD-3DB7-41E9-B320-79265F160705}" dt="2024-12-09T23:51:09.461" v="7070" actId="1076"/>
          <ac:spMkLst>
            <pc:docMk/>
            <pc:sldMk cId="2555261840" sldId="259"/>
            <ac:spMk id="11" creationId="{BF4434B4-3DC0-6B04-8309-48E87EC9E989}"/>
          </ac:spMkLst>
        </pc:spChg>
        <pc:spChg chg="add mod">
          <ac:chgData name="Ben Kelly" userId="c94d8882-69fe-4a70-b219-d94260460edf" providerId="ADAL" clId="{841BF6FD-3DB7-41E9-B320-79265F160705}" dt="2024-12-09T17:34:39.427" v="1762" actId="1076"/>
          <ac:spMkLst>
            <pc:docMk/>
            <pc:sldMk cId="2555261840" sldId="259"/>
            <ac:spMk id="12" creationId="{ABDAC988-B2D1-35CC-4C7E-8D08E654F506}"/>
          </ac:spMkLst>
        </pc:spChg>
        <pc:spChg chg="add mod">
          <ac:chgData name="Ben Kelly" userId="c94d8882-69fe-4a70-b219-d94260460edf" providerId="ADAL" clId="{841BF6FD-3DB7-41E9-B320-79265F160705}" dt="2024-12-09T18:23:44.446" v="2353" actId="1076"/>
          <ac:spMkLst>
            <pc:docMk/>
            <pc:sldMk cId="2555261840" sldId="259"/>
            <ac:spMk id="13" creationId="{8A6453A6-6C62-849E-706C-F97F0F4C55B9}"/>
          </ac:spMkLst>
        </pc:spChg>
        <pc:spChg chg="add mod">
          <ac:chgData name="Ben Kelly" userId="c94d8882-69fe-4a70-b219-d94260460edf" providerId="ADAL" clId="{841BF6FD-3DB7-41E9-B320-79265F160705}" dt="2024-12-09T18:23:48.077" v="2354" actId="1076"/>
          <ac:spMkLst>
            <pc:docMk/>
            <pc:sldMk cId="2555261840" sldId="259"/>
            <ac:spMk id="14" creationId="{5DC3D62C-3342-4B78-FE32-8C5C7AB5B716}"/>
          </ac:spMkLst>
        </pc:spChg>
        <pc:spChg chg="add mod">
          <ac:chgData name="Ben Kelly" userId="c94d8882-69fe-4a70-b219-d94260460edf" providerId="ADAL" clId="{841BF6FD-3DB7-41E9-B320-79265F160705}" dt="2024-12-09T18:59:46.450" v="2611" actId="164"/>
          <ac:spMkLst>
            <pc:docMk/>
            <pc:sldMk cId="2555261840" sldId="259"/>
            <ac:spMk id="16" creationId="{9D0C5715-7006-5AC4-B4BE-0BB14FBD5596}"/>
          </ac:spMkLst>
        </pc:spChg>
        <pc:spChg chg="add mod">
          <ac:chgData name="Ben Kelly" userId="c94d8882-69fe-4a70-b219-d94260460edf" providerId="ADAL" clId="{841BF6FD-3DB7-41E9-B320-79265F160705}" dt="2024-12-09T18:59:46.450" v="2611" actId="164"/>
          <ac:spMkLst>
            <pc:docMk/>
            <pc:sldMk cId="2555261840" sldId="259"/>
            <ac:spMk id="17" creationId="{337390D7-86CF-7EF1-7696-2EBB78D3D405}"/>
          </ac:spMkLst>
        </pc:spChg>
        <pc:spChg chg="add mod">
          <ac:chgData name="Ben Kelly" userId="c94d8882-69fe-4a70-b219-d94260460edf" providerId="ADAL" clId="{841BF6FD-3DB7-41E9-B320-79265F160705}" dt="2024-12-09T22:01:49.721" v="5428" actId="20577"/>
          <ac:spMkLst>
            <pc:docMk/>
            <pc:sldMk cId="2555261840" sldId="259"/>
            <ac:spMk id="19" creationId="{38878FB8-B31A-0105-C4BB-6ADF4F6625B8}"/>
          </ac:spMkLst>
        </pc:spChg>
        <pc:grpChg chg="mod">
          <ac:chgData name="Ben Kelly" userId="c94d8882-69fe-4a70-b219-d94260460edf" providerId="ADAL" clId="{841BF6FD-3DB7-41E9-B320-79265F160705}" dt="2024-12-09T17:20:15.238" v="1061"/>
          <ac:grpSpMkLst>
            <pc:docMk/>
            <pc:sldMk cId="2555261840" sldId="259"/>
            <ac:grpSpMk id="1" creationId="{00000000-0000-0000-0000-000000000000}"/>
          </ac:grpSpMkLst>
        </pc:grpChg>
        <pc:grpChg chg="add mod">
          <ac:chgData name="Ben Kelly" userId="c94d8882-69fe-4a70-b219-d94260460edf" providerId="ADAL" clId="{841BF6FD-3DB7-41E9-B320-79265F160705}" dt="2024-12-09T17:33:30.338" v="1733" actId="1076"/>
          <ac:grpSpMkLst>
            <pc:docMk/>
            <pc:sldMk cId="2555261840" sldId="259"/>
            <ac:grpSpMk id="7" creationId="{F41894F0-F30E-848C-0823-CDDFD189E81F}"/>
          </ac:grpSpMkLst>
        </pc:grpChg>
        <pc:grpChg chg="add mod">
          <ac:chgData name="Ben Kelly" userId="c94d8882-69fe-4a70-b219-d94260460edf" providerId="ADAL" clId="{841BF6FD-3DB7-41E9-B320-79265F160705}" dt="2024-12-09T18:59:46.450" v="2611" actId="164"/>
          <ac:grpSpMkLst>
            <pc:docMk/>
            <pc:sldMk cId="2555261840" sldId="259"/>
            <ac:grpSpMk id="18" creationId="{5FD0C9D1-DE9A-4138-CD14-7AE79073D482}"/>
          </ac:grpSpMkLst>
        </pc:grpChg>
        <pc:graphicFrameChg chg="add del mod">
          <ac:chgData name="Ben Kelly" userId="c94d8882-69fe-4a70-b219-d94260460edf" providerId="ADAL" clId="{841BF6FD-3DB7-41E9-B320-79265F160705}" dt="2024-12-09T17:13:55.942" v="780" actId="478"/>
          <ac:graphicFrameMkLst>
            <pc:docMk/>
            <pc:sldMk cId="2555261840" sldId="259"/>
            <ac:graphicFrameMk id="5" creationId="{B849CAE1-A076-2726-5CF7-810231F2B6FC}"/>
          </ac:graphicFrameMkLst>
        </pc:graphicFrameChg>
        <pc:graphicFrameChg chg="add mod">
          <ac:chgData name="Ben Kelly" userId="c94d8882-69fe-4a70-b219-d94260460edf" providerId="ADAL" clId="{841BF6FD-3DB7-41E9-B320-79265F160705}" dt="2024-12-09T19:06:05.142" v="2678"/>
          <ac:graphicFrameMkLst>
            <pc:docMk/>
            <pc:sldMk cId="2555261840" sldId="259"/>
            <ac:graphicFrameMk id="15" creationId="{808E4EB0-0A57-3E59-8009-754F8EE6250C}"/>
          </ac:graphicFrameMkLst>
        </pc:graphicFrameChg>
        <pc:picChg chg="mod">
          <ac:chgData name="Ben Kelly" userId="c94d8882-69fe-4a70-b219-d94260460edf" providerId="ADAL" clId="{841BF6FD-3DB7-41E9-B320-79265F160705}" dt="2024-12-09T17:33:30.338" v="1733" actId="1076"/>
          <ac:picMkLst>
            <pc:docMk/>
            <pc:sldMk cId="2555261840" sldId="259"/>
            <ac:picMk id="3075" creationId="{6360F347-8FB5-F433-B7A3-AD316A92499D}"/>
          </ac:picMkLst>
        </pc:picChg>
      </pc:sldChg>
      <pc:sldChg chg="addSp delSp modSp mod modAnim">
        <pc:chgData name="Ben Kelly" userId="c94d8882-69fe-4a70-b219-d94260460edf" providerId="ADAL" clId="{841BF6FD-3DB7-41E9-B320-79265F160705}" dt="2024-12-09T22:01:34.090" v="5419" actId="1036"/>
        <pc:sldMkLst>
          <pc:docMk/>
          <pc:sldMk cId="487334744" sldId="260"/>
        </pc:sldMkLst>
        <pc:spChg chg="add del mod">
          <ac:chgData name="Ben Kelly" userId="c94d8882-69fe-4a70-b219-d94260460edf" providerId="ADAL" clId="{841BF6FD-3DB7-41E9-B320-79265F160705}" dt="2024-12-09T22:01:30.310" v="5403" actId="478"/>
          <ac:spMkLst>
            <pc:docMk/>
            <pc:sldMk cId="487334744" sldId="260"/>
            <ac:spMk id="9" creationId="{FDF9691A-B0FF-1690-D958-7E7C737E6810}"/>
          </ac:spMkLst>
        </pc:spChg>
        <pc:spChg chg="add mod">
          <ac:chgData name="Ben Kelly" userId="c94d8882-69fe-4a70-b219-d94260460edf" providerId="ADAL" clId="{841BF6FD-3DB7-41E9-B320-79265F160705}" dt="2024-12-09T22:01:27.649" v="5402" actId="20577"/>
          <ac:spMkLst>
            <pc:docMk/>
            <pc:sldMk cId="487334744" sldId="260"/>
            <ac:spMk id="10" creationId="{9BE77A9D-541F-7C4D-CE37-B1F2BFB576EB}"/>
          </ac:spMkLst>
        </pc:spChg>
        <pc:graphicFrameChg chg="mod">
          <ac:chgData name="Ben Kelly" userId="c94d8882-69fe-4a70-b219-d94260460edf" providerId="ADAL" clId="{841BF6FD-3DB7-41E9-B320-79265F160705}" dt="2024-12-09T16:21:03.839" v="229" actId="1038"/>
          <ac:graphicFrameMkLst>
            <pc:docMk/>
            <pc:sldMk cId="487334744" sldId="260"/>
            <ac:graphicFrameMk id="2" creationId="{E3A2AD44-2DB5-9406-9B41-646861BCADAB}"/>
          </ac:graphicFrameMkLst>
        </pc:graphicFrameChg>
        <pc:graphicFrameChg chg="add mod">
          <ac:chgData name="Ben Kelly" userId="c94d8882-69fe-4a70-b219-d94260460edf" providerId="ADAL" clId="{841BF6FD-3DB7-41E9-B320-79265F160705}" dt="2024-12-09T16:01:14.162" v="26"/>
          <ac:graphicFrameMkLst>
            <pc:docMk/>
            <pc:sldMk cId="487334744" sldId="260"/>
            <ac:graphicFrameMk id="3" creationId="{724BC3FD-07E0-3E5C-BCA5-DFFF3F5E6947}"/>
          </ac:graphicFrameMkLst>
        </pc:graphicFrameChg>
        <pc:graphicFrameChg chg="add mod">
          <ac:chgData name="Ben Kelly" userId="c94d8882-69fe-4a70-b219-d94260460edf" providerId="ADAL" clId="{841BF6FD-3DB7-41E9-B320-79265F160705}" dt="2024-12-09T16:28:13.066" v="308" actId="1035"/>
          <ac:graphicFrameMkLst>
            <pc:docMk/>
            <pc:sldMk cId="487334744" sldId="260"/>
            <ac:graphicFrameMk id="5" creationId="{D12F14DB-3BCB-58BE-8948-08B677E82F6E}"/>
          </ac:graphicFrameMkLst>
        </pc:graphicFrameChg>
        <pc:graphicFrameChg chg="add mod">
          <ac:chgData name="Ben Kelly" userId="c94d8882-69fe-4a70-b219-d94260460edf" providerId="ADAL" clId="{841BF6FD-3DB7-41E9-B320-79265F160705}" dt="2024-12-09T16:24:57.905" v="261" actId="1037"/>
          <ac:graphicFrameMkLst>
            <pc:docMk/>
            <pc:sldMk cId="487334744" sldId="260"/>
            <ac:graphicFrameMk id="6" creationId="{015BF0B1-4812-66F8-4D2C-B5BB10AA67E7}"/>
          </ac:graphicFrameMkLst>
        </pc:graphicFrameChg>
        <pc:graphicFrameChg chg="add mod">
          <ac:chgData name="Ben Kelly" userId="c94d8882-69fe-4a70-b219-d94260460edf" providerId="ADAL" clId="{841BF6FD-3DB7-41E9-B320-79265F160705}" dt="2024-12-09T22:01:34.090" v="5419" actId="1036"/>
          <ac:graphicFrameMkLst>
            <pc:docMk/>
            <pc:sldMk cId="487334744" sldId="260"/>
            <ac:graphicFrameMk id="7" creationId="{92E150C0-24D0-F37D-F7B9-AE1539FD82EA}"/>
          </ac:graphicFrameMkLst>
        </pc:graphicFrameChg>
        <pc:graphicFrameChg chg="add mod">
          <ac:chgData name="Ben Kelly" userId="c94d8882-69fe-4a70-b219-d94260460edf" providerId="ADAL" clId="{841BF6FD-3DB7-41E9-B320-79265F160705}" dt="2024-12-09T16:30:04.012" v="325" actId="1038"/>
          <ac:graphicFrameMkLst>
            <pc:docMk/>
            <pc:sldMk cId="487334744" sldId="260"/>
            <ac:graphicFrameMk id="8" creationId="{7F9C9027-8202-DE1D-23AB-DA51BCE2416B}"/>
          </ac:graphicFrameMkLst>
        </pc:graphicFrameChg>
        <pc:picChg chg="add mod">
          <ac:chgData name="Ben Kelly" userId="c94d8882-69fe-4a70-b219-d94260460edf" providerId="ADAL" clId="{841BF6FD-3DB7-41E9-B320-79265F160705}" dt="2024-12-09T16:30:17.825" v="330" actId="1037"/>
          <ac:picMkLst>
            <pc:docMk/>
            <pc:sldMk cId="487334744" sldId="260"/>
            <ac:picMk id="1026" creationId="{C1797745-58F5-95B7-9F66-BFDD846078A4}"/>
          </ac:picMkLst>
        </pc:picChg>
        <pc:picChg chg="add del mod">
          <ac:chgData name="Ben Kelly" userId="c94d8882-69fe-4a70-b219-d94260460edf" providerId="ADAL" clId="{841BF6FD-3DB7-41E9-B320-79265F160705}" dt="2024-12-09T16:07:37.995" v="107" actId="478"/>
          <ac:picMkLst>
            <pc:docMk/>
            <pc:sldMk cId="487334744" sldId="260"/>
            <ac:picMk id="1028" creationId="{8CDA7D1E-93BF-FDFD-09BA-F59C2368D515}"/>
          </ac:picMkLst>
        </pc:picChg>
        <pc:picChg chg="add mod">
          <ac:chgData name="Ben Kelly" userId="c94d8882-69fe-4a70-b219-d94260460edf" providerId="ADAL" clId="{841BF6FD-3DB7-41E9-B320-79265F160705}" dt="2024-12-09T16:21:13.535" v="238" actId="1038"/>
          <ac:picMkLst>
            <pc:docMk/>
            <pc:sldMk cId="487334744" sldId="260"/>
            <ac:picMk id="1030" creationId="{832CEA5B-6BF4-D51F-E7CA-D8A96B0B141B}"/>
          </ac:picMkLst>
        </pc:picChg>
      </pc:sldChg>
      <pc:sldChg chg="addSp delSp modSp mod delAnim modAnim">
        <pc:chgData name="Ben Kelly" userId="c94d8882-69fe-4a70-b219-d94260460edf" providerId="ADAL" clId="{841BF6FD-3DB7-41E9-B320-79265F160705}" dt="2024-12-09T22:02:07.767" v="5446" actId="20577"/>
        <pc:sldMkLst>
          <pc:docMk/>
          <pc:sldMk cId="843479026" sldId="261"/>
        </pc:sldMkLst>
        <pc:spChg chg="add mod">
          <ac:chgData name="Ben Kelly" userId="c94d8882-69fe-4a70-b219-d94260460edf" providerId="ADAL" clId="{841BF6FD-3DB7-41E9-B320-79265F160705}" dt="2024-12-09T18:57:04.051" v="2559" actId="1076"/>
          <ac:spMkLst>
            <pc:docMk/>
            <pc:sldMk cId="843479026" sldId="261"/>
            <ac:spMk id="6" creationId="{2E8D6CE0-61DA-BE10-621A-D3746E66F00A}"/>
          </ac:spMkLst>
        </pc:spChg>
        <pc:spChg chg="add mod">
          <ac:chgData name="Ben Kelly" userId="c94d8882-69fe-4a70-b219-d94260460edf" providerId="ADAL" clId="{841BF6FD-3DB7-41E9-B320-79265F160705}" dt="2024-12-09T18:56:54.687" v="2557" actId="1076"/>
          <ac:spMkLst>
            <pc:docMk/>
            <pc:sldMk cId="843479026" sldId="261"/>
            <ac:spMk id="8" creationId="{B0704E30-20E3-501C-B4F6-98AEF1780612}"/>
          </ac:spMkLst>
        </pc:spChg>
        <pc:spChg chg="add mod">
          <ac:chgData name="Ben Kelly" userId="c94d8882-69fe-4a70-b219-d94260460edf" providerId="ADAL" clId="{841BF6FD-3DB7-41E9-B320-79265F160705}" dt="2024-12-09T18:58:05.435" v="2584" actId="208"/>
          <ac:spMkLst>
            <pc:docMk/>
            <pc:sldMk cId="843479026" sldId="261"/>
            <ac:spMk id="12" creationId="{DBB6F3F1-7D27-06B2-37EA-C0026A8C6597}"/>
          </ac:spMkLst>
        </pc:spChg>
        <pc:spChg chg="add mod">
          <ac:chgData name="Ben Kelly" userId="c94d8882-69fe-4a70-b219-d94260460edf" providerId="ADAL" clId="{841BF6FD-3DB7-41E9-B320-79265F160705}" dt="2024-12-09T22:02:07.767" v="5446" actId="20577"/>
          <ac:spMkLst>
            <pc:docMk/>
            <pc:sldMk cId="843479026" sldId="261"/>
            <ac:spMk id="13" creationId="{77D26938-2AFB-447C-435B-3B0801FF28A6}"/>
          </ac:spMkLst>
        </pc:spChg>
        <pc:graphicFrameChg chg="add mod">
          <ac:chgData name="Ben Kelly" userId="c94d8882-69fe-4a70-b219-d94260460edf" providerId="ADAL" clId="{841BF6FD-3DB7-41E9-B320-79265F160705}" dt="2024-12-09T19:05:08.026" v="2647" actId="1076"/>
          <ac:graphicFrameMkLst>
            <pc:docMk/>
            <pc:sldMk cId="843479026" sldId="261"/>
            <ac:graphicFrameMk id="9" creationId="{9F682E9C-2DB8-3665-E70E-42650989E561}"/>
          </ac:graphicFrameMkLst>
        </pc:graphicFrameChg>
        <pc:picChg chg="add del mod">
          <ac:chgData name="Ben Kelly" userId="c94d8882-69fe-4a70-b219-d94260460edf" providerId="ADAL" clId="{841BF6FD-3DB7-41E9-B320-79265F160705}" dt="2024-12-09T18:21:12.142" v="2330" actId="478"/>
          <ac:picMkLst>
            <pc:docMk/>
            <pc:sldMk cId="843479026" sldId="261"/>
            <ac:picMk id="5" creationId="{C5ECF6A6-5D7F-4E22-88B0-4D67A9B3EC18}"/>
          </ac:picMkLst>
        </pc:picChg>
        <pc:picChg chg="add del mod">
          <ac:chgData name="Ben Kelly" userId="c94d8882-69fe-4a70-b219-d94260460edf" providerId="ADAL" clId="{841BF6FD-3DB7-41E9-B320-79265F160705}" dt="2024-12-09T18:49:47.555" v="2450" actId="478"/>
          <ac:picMkLst>
            <pc:docMk/>
            <pc:sldMk cId="843479026" sldId="261"/>
            <ac:picMk id="11" creationId="{0053AD6F-BD95-E982-114D-CFF6B8E245C7}"/>
          </ac:picMkLst>
        </pc:picChg>
      </pc:sldChg>
      <pc:sldChg chg="addSp modSp mod">
        <pc:chgData name="Ben Kelly" userId="c94d8882-69fe-4a70-b219-d94260460edf" providerId="ADAL" clId="{841BF6FD-3DB7-41E9-B320-79265F160705}" dt="2024-12-09T22:01:12.517" v="5378" actId="20577"/>
        <pc:sldMkLst>
          <pc:docMk/>
          <pc:sldMk cId="1189497552" sldId="262"/>
        </pc:sldMkLst>
        <pc:spChg chg="add mod">
          <ac:chgData name="Ben Kelly" userId="c94d8882-69fe-4a70-b219-d94260460edf" providerId="ADAL" clId="{841BF6FD-3DB7-41E9-B320-79265F160705}" dt="2024-12-09T22:01:12.517" v="5378" actId="20577"/>
          <ac:spMkLst>
            <pc:docMk/>
            <pc:sldMk cId="1189497552" sldId="262"/>
            <ac:spMk id="13" creationId="{49F1EB14-7A03-278D-10F6-C7AB1C2B46B0}"/>
          </ac:spMkLst>
        </pc:spChg>
      </pc:sldChg>
      <pc:sldChg chg="addSp delSp modSp mod modAnim">
        <pc:chgData name="Ben Kelly" userId="c94d8882-69fe-4a70-b219-d94260460edf" providerId="ADAL" clId="{841BF6FD-3DB7-41E9-B320-79265F160705}" dt="2024-12-09T22:01:39.952" v="5422" actId="20577"/>
        <pc:sldMkLst>
          <pc:docMk/>
          <pc:sldMk cId="3447011797" sldId="263"/>
        </pc:sldMkLst>
        <pc:spChg chg="add mod ord">
          <ac:chgData name="Ben Kelly" userId="c94d8882-69fe-4a70-b219-d94260460edf" providerId="ADAL" clId="{841BF6FD-3DB7-41E9-B320-79265F160705}" dt="2024-12-09T17:13:27.496" v="774" actId="14100"/>
          <ac:spMkLst>
            <pc:docMk/>
            <pc:sldMk cId="3447011797" sldId="263"/>
            <ac:spMk id="7" creationId="{3AE7E10D-FA91-CB29-215F-1C2B28FDAFEF}"/>
          </ac:spMkLst>
        </pc:spChg>
        <pc:spChg chg="add mod">
          <ac:chgData name="Ben Kelly" userId="c94d8882-69fe-4a70-b219-d94260460edf" providerId="ADAL" clId="{841BF6FD-3DB7-41E9-B320-79265F160705}" dt="2024-12-09T22:01:39.952" v="5422" actId="20577"/>
          <ac:spMkLst>
            <pc:docMk/>
            <pc:sldMk cId="3447011797" sldId="263"/>
            <ac:spMk id="8" creationId="{A0FBB5FD-BBD9-3588-ABDE-264F104D19FE}"/>
          </ac:spMkLst>
        </pc:spChg>
        <pc:graphicFrameChg chg="add del mod">
          <ac:chgData name="Ben Kelly" userId="c94d8882-69fe-4a70-b219-d94260460edf" providerId="ADAL" clId="{841BF6FD-3DB7-41E9-B320-79265F160705}" dt="2024-12-09T16:43:13.562" v="350" actId="478"/>
          <ac:graphicFrameMkLst>
            <pc:docMk/>
            <pc:sldMk cId="3447011797" sldId="263"/>
            <ac:graphicFrameMk id="2" creationId="{20791A51-F096-DE29-DB69-E359FD941EA6}"/>
          </ac:graphicFrameMkLst>
        </pc:graphicFrameChg>
        <pc:graphicFrameChg chg="add mod">
          <ac:chgData name="Ben Kelly" userId="c94d8882-69fe-4a70-b219-d94260460edf" providerId="ADAL" clId="{841BF6FD-3DB7-41E9-B320-79265F160705}" dt="2024-12-09T17:13:36.336" v="779" actId="1038"/>
          <ac:graphicFrameMkLst>
            <pc:docMk/>
            <pc:sldMk cId="3447011797" sldId="263"/>
            <ac:graphicFrameMk id="3" creationId="{F01567BB-1A45-49E9-FAC3-DA40CFEB9A60}"/>
          </ac:graphicFrameMkLst>
        </pc:graphicFrameChg>
        <pc:graphicFrameChg chg="add mod">
          <ac:chgData name="Ben Kelly" userId="c94d8882-69fe-4a70-b219-d94260460edf" providerId="ADAL" clId="{841BF6FD-3DB7-41E9-B320-79265F160705}" dt="2024-12-09T17:13:23.102" v="773" actId="1076"/>
          <ac:graphicFrameMkLst>
            <pc:docMk/>
            <pc:sldMk cId="3447011797" sldId="263"/>
            <ac:graphicFrameMk id="5" creationId="{63B4725D-848D-E1FE-A285-AA45F0B89E33}"/>
          </ac:graphicFrameMkLst>
        </pc:graphicFrameChg>
        <pc:graphicFrameChg chg="add mod">
          <ac:chgData name="Ben Kelly" userId="c94d8882-69fe-4a70-b219-d94260460edf" providerId="ADAL" clId="{841BF6FD-3DB7-41E9-B320-79265F160705}" dt="2024-12-09T16:58:59.821" v="533" actId="1076"/>
          <ac:graphicFrameMkLst>
            <pc:docMk/>
            <pc:sldMk cId="3447011797" sldId="263"/>
            <ac:graphicFrameMk id="6" creationId="{6881FC62-85FB-44E0-8505-DD3A0C8B9F55}"/>
          </ac:graphicFrameMkLst>
        </pc:graphicFrameChg>
      </pc:sldChg>
      <pc:sldChg chg="addSp delSp modSp add mod delAnim">
        <pc:chgData name="Ben Kelly" userId="c94d8882-69fe-4a70-b219-d94260460edf" providerId="ADAL" clId="{841BF6FD-3DB7-41E9-B320-79265F160705}" dt="2024-12-09T22:01:44.529" v="5425" actId="20577"/>
        <pc:sldMkLst>
          <pc:docMk/>
          <pc:sldMk cId="809919650" sldId="264"/>
        </pc:sldMkLst>
        <pc:spChg chg="del">
          <ac:chgData name="Ben Kelly" userId="c94d8882-69fe-4a70-b219-d94260460edf" providerId="ADAL" clId="{841BF6FD-3DB7-41E9-B320-79265F160705}" dt="2024-12-09T17:12:39.178" v="753" actId="478"/>
          <ac:spMkLst>
            <pc:docMk/>
            <pc:sldMk cId="809919650" sldId="264"/>
            <ac:spMk id="7" creationId="{3AE7E10D-FA91-CB29-215F-1C2B28FDAFEF}"/>
          </ac:spMkLst>
        </pc:spChg>
        <pc:spChg chg="add mod">
          <ac:chgData name="Ben Kelly" userId="c94d8882-69fe-4a70-b219-d94260460edf" providerId="ADAL" clId="{841BF6FD-3DB7-41E9-B320-79265F160705}" dt="2024-12-09T22:01:44.529" v="5425" actId="20577"/>
          <ac:spMkLst>
            <pc:docMk/>
            <pc:sldMk cId="809919650" sldId="264"/>
            <ac:spMk id="8" creationId="{EAEE0085-E514-8AC6-E68B-183975F7A54F}"/>
          </ac:spMkLst>
        </pc:spChg>
        <pc:graphicFrameChg chg="add mod">
          <ac:chgData name="Ben Kelly" userId="c94d8882-69fe-4a70-b219-d94260460edf" providerId="ADAL" clId="{841BF6FD-3DB7-41E9-B320-79265F160705}" dt="2024-12-09T17:13:10.310" v="769" actId="1076"/>
          <ac:graphicFrameMkLst>
            <pc:docMk/>
            <pc:sldMk cId="809919650" sldId="264"/>
            <ac:graphicFrameMk id="2" creationId="{D4401F3C-BB7D-721C-0087-A201B738CD02}"/>
          </ac:graphicFrameMkLst>
        </pc:graphicFrameChg>
        <pc:graphicFrameChg chg="del">
          <ac:chgData name="Ben Kelly" userId="c94d8882-69fe-4a70-b219-d94260460edf" providerId="ADAL" clId="{841BF6FD-3DB7-41E9-B320-79265F160705}" dt="2024-12-09T17:12:37.834" v="751" actId="478"/>
          <ac:graphicFrameMkLst>
            <pc:docMk/>
            <pc:sldMk cId="809919650" sldId="264"/>
            <ac:graphicFrameMk id="3" creationId="{F01567BB-1A45-49E9-FAC3-DA40CFEB9A60}"/>
          </ac:graphicFrameMkLst>
        </pc:graphicFrameChg>
        <pc:graphicFrameChg chg="del">
          <ac:chgData name="Ben Kelly" userId="c94d8882-69fe-4a70-b219-d94260460edf" providerId="ADAL" clId="{841BF6FD-3DB7-41E9-B320-79265F160705}" dt="2024-12-09T17:12:38.339" v="752" actId="478"/>
          <ac:graphicFrameMkLst>
            <pc:docMk/>
            <pc:sldMk cId="809919650" sldId="264"/>
            <ac:graphicFrameMk id="5" creationId="{63B4725D-848D-E1FE-A285-AA45F0B89E33}"/>
          </ac:graphicFrameMkLst>
        </pc:graphicFrameChg>
        <pc:graphicFrameChg chg="add del mod">
          <ac:chgData name="Ben Kelly" userId="c94d8882-69fe-4a70-b219-d94260460edf" providerId="ADAL" clId="{841BF6FD-3DB7-41E9-B320-79265F160705}" dt="2024-12-09T17:13:13.690" v="771" actId="1076"/>
          <ac:graphicFrameMkLst>
            <pc:docMk/>
            <pc:sldMk cId="809919650" sldId="264"/>
            <ac:graphicFrameMk id="6" creationId="{6881FC62-85FB-44E0-8505-DD3A0C8B9F55}"/>
          </ac:graphicFrameMkLst>
        </pc:graphicFrameChg>
      </pc:sldChg>
      <pc:sldChg chg="addSp delSp modSp add mod delAnim modAnim">
        <pc:chgData name="Ben Kelly" userId="c94d8882-69fe-4a70-b219-d94260460edf" providerId="ADAL" clId="{841BF6FD-3DB7-41E9-B320-79265F160705}" dt="2024-12-09T22:03:50.443" v="5491" actId="1037"/>
        <pc:sldMkLst>
          <pc:docMk/>
          <pc:sldMk cId="1968566586" sldId="265"/>
        </pc:sldMkLst>
        <pc:spChg chg="add mod">
          <ac:chgData name="Ben Kelly" userId="c94d8882-69fe-4a70-b219-d94260460edf" providerId="ADAL" clId="{841BF6FD-3DB7-41E9-B320-79265F160705}" dt="2024-12-09T19:57:11.802" v="3675" actId="20577"/>
          <ac:spMkLst>
            <pc:docMk/>
            <pc:sldMk cId="1968566586" sldId="265"/>
            <ac:spMk id="2" creationId="{E6FAC7BB-1A58-5CCE-20CA-6D5C6D5252BF}"/>
          </ac:spMkLst>
        </pc:spChg>
        <pc:spChg chg="del">
          <ac:chgData name="Ben Kelly" userId="c94d8882-69fe-4a70-b219-d94260460edf" providerId="ADAL" clId="{841BF6FD-3DB7-41E9-B320-79265F160705}" dt="2024-12-09T19:43:23.846" v="3437" actId="478"/>
          <ac:spMkLst>
            <pc:docMk/>
            <pc:sldMk cId="1968566586" sldId="265"/>
            <ac:spMk id="6" creationId="{2E8D6CE0-61DA-BE10-621A-D3746E66F00A}"/>
          </ac:spMkLst>
        </pc:spChg>
        <pc:spChg chg="mod">
          <ac:chgData name="Ben Kelly" userId="c94d8882-69fe-4a70-b219-d94260460edf" providerId="ADAL" clId="{841BF6FD-3DB7-41E9-B320-79265F160705}" dt="2024-12-09T22:02:23.894" v="5453" actId="14100"/>
          <ac:spMkLst>
            <pc:docMk/>
            <pc:sldMk cId="1968566586" sldId="265"/>
            <ac:spMk id="8" creationId="{B0704E30-20E3-501C-B4F6-98AEF1780612}"/>
          </ac:spMkLst>
        </pc:spChg>
        <pc:spChg chg="add mod">
          <ac:chgData name="Ben Kelly" userId="c94d8882-69fe-4a70-b219-d94260460edf" providerId="ADAL" clId="{841BF6FD-3DB7-41E9-B320-79265F160705}" dt="2024-12-09T20:12:35.229" v="3796" actId="1036"/>
          <ac:spMkLst>
            <pc:docMk/>
            <pc:sldMk cId="1968566586" sldId="265"/>
            <ac:spMk id="9" creationId="{4FDC0410-0974-2730-9F93-B13CD8CBF7B0}"/>
          </ac:spMkLst>
        </pc:spChg>
        <pc:spChg chg="add mod">
          <ac:chgData name="Ben Kelly" userId="c94d8882-69fe-4a70-b219-d94260460edf" providerId="ADAL" clId="{841BF6FD-3DB7-41E9-B320-79265F160705}" dt="2024-12-09T20:12:37.954" v="3801" actId="1035"/>
          <ac:spMkLst>
            <pc:docMk/>
            <pc:sldMk cId="1968566586" sldId="265"/>
            <ac:spMk id="10" creationId="{D4BE157F-1856-2CAA-3214-4962748676F4}"/>
          </ac:spMkLst>
        </pc:spChg>
        <pc:spChg chg="add mod">
          <ac:chgData name="Ben Kelly" userId="c94d8882-69fe-4a70-b219-d94260460edf" providerId="ADAL" clId="{841BF6FD-3DB7-41E9-B320-79265F160705}" dt="2024-12-09T22:03:50.443" v="5491" actId="1037"/>
          <ac:spMkLst>
            <pc:docMk/>
            <pc:sldMk cId="1968566586" sldId="265"/>
            <ac:spMk id="11" creationId="{3CF88440-749F-29F3-D149-28A5E02A5B90}"/>
          </ac:spMkLst>
        </pc:spChg>
        <pc:graphicFrameChg chg="add mod">
          <ac:chgData name="Ben Kelly" userId="c94d8882-69fe-4a70-b219-d94260460edf" providerId="ADAL" clId="{841BF6FD-3DB7-41E9-B320-79265F160705}" dt="2024-12-09T20:12:25.588" v="3790" actId="1035"/>
          <ac:graphicFrameMkLst>
            <pc:docMk/>
            <pc:sldMk cId="1968566586" sldId="265"/>
            <ac:graphicFrameMk id="3" creationId="{E286AEC6-EE67-61B5-BF15-331B49BD206F}"/>
          </ac:graphicFrameMkLst>
        </pc:graphicFrameChg>
        <pc:picChg chg="del">
          <ac:chgData name="Ben Kelly" userId="c94d8882-69fe-4a70-b219-d94260460edf" providerId="ADAL" clId="{841BF6FD-3DB7-41E9-B320-79265F160705}" dt="2024-12-09T19:42:50.347" v="3429" actId="478"/>
          <ac:picMkLst>
            <pc:docMk/>
            <pc:sldMk cId="1968566586" sldId="265"/>
            <ac:picMk id="5" creationId="{C5ECF6A6-5D7F-4E22-88B0-4D67A9B3EC18}"/>
          </ac:picMkLst>
        </pc:picChg>
        <pc:picChg chg="add del mod">
          <ac:chgData name="Ben Kelly" userId="c94d8882-69fe-4a70-b219-d94260460edf" providerId="ADAL" clId="{841BF6FD-3DB7-41E9-B320-79265F160705}" dt="2024-12-09T20:12:12.635" v="3781" actId="478"/>
          <ac:picMkLst>
            <pc:docMk/>
            <pc:sldMk cId="1968566586" sldId="265"/>
            <ac:picMk id="7" creationId="{45B07D9D-FDFC-8428-DE3C-D036E3EBF5E4}"/>
          </ac:picMkLst>
        </pc:picChg>
        <pc:picChg chg="add mod">
          <ac:chgData name="Ben Kelly" userId="c94d8882-69fe-4a70-b219-d94260460edf" providerId="ADAL" clId="{841BF6FD-3DB7-41E9-B320-79265F160705}" dt="2024-12-09T20:10:43.627" v="3767" actId="1076"/>
          <ac:picMkLst>
            <pc:docMk/>
            <pc:sldMk cId="1968566586" sldId="265"/>
            <ac:picMk id="6146" creationId="{4BD4FFB1-B33D-FCDC-18E5-B3C7D7231A18}"/>
          </ac:picMkLst>
        </pc:picChg>
        <pc:picChg chg="add del mod">
          <ac:chgData name="Ben Kelly" userId="c94d8882-69fe-4a70-b219-d94260460edf" providerId="ADAL" clId="{841BF6FD-3DB7-41E9-B320-79265F160705}" dt="2024-12-09T20:11:49.304" v="3775" actId="478"/>
          <ac:picMkLst>
            <pc:docMk/>
            <pc:sldMk cId="1968566586" sldId="265"/>
            <ac:picMk id="6148" creationId="{F6CE752E-8A49-BF7D-1C3C-291BE5F9EAFE}"/>
          </ac:picMkLst>
        </pc:picChg>
        <pc:picChg chg="add mod">
          <ac:chgData name="Ben Kelly" userId="c94d8882-69fe-4a70-b219-d94260460edf" providerId="ADAL" clId="{841BF6FD-3DB7-41E9-B320-79265F160705}" dt="2024-12-09T20:12:39.609" v="3807" actId="1036"/>
          <ac:picMkLst>
            <pc:docMk/>
            <pc:sldMk cId="1968566586" sldId="265"/>
            <ac:picMk id="6150" creationId="{D65D27AE-2650-9DB3-FB46-EDC1F60BB7DD}"/>
          </ac:picMkLst>
        </pc:picChg>
        <pc:picChg chg="add mod">
          <ac:chgData name="Ben Kelly" userId="c94d8882-69fe-4a70-b219-d94260460edf" providerId="ADAL" clId="{841BF6FD-3DB7-41E9-B320-79265F160705}" dt="2024-12-09T20:12:42.101" v="3813" actId="1036"/>
          <ac:picMkLst>
            <pc:docMk/>
            <pc:sldMk cId="1968566586" sldId="265"/>
            <ac:picMk id="6152" creationId="{41CD74B8-5AE9-7F62-0CE9-5F521B3E5D3D}"/>
          </ac:picMkLst>
        </pc:picChg>
      </pc:sldChg>
      <pc:sldChg chg="addSp delSp modSp add mod delAnim modAnim">
        <pc:chgData name="Ben Kelly" userId="c94d8882-69fe-4a70-b219-d94260460edf" providerId="ADAL" clId="{841BF6FD-3DB7-41E9-B320-79265F160705}" dt="2024-12-09T22:03:41.254" v="5480"/>
        <pc:sldMkLst>
          <pc:docMk/>
          <pc:sldMk cId="927248971" sldId="266"/>
        </pc:sldMkLst>
        <pc:spChg chg="add mod">
          <ac:chgData name="Ben Kelly" userId="c94d8882-69fe-4a70-b219-d94260460edf" providerId="ADAL" clId="{841BF6FD-3DB7-41E9-B320-79265F160705}" dt="2024-12-09T19:27:32.191" v="3109" actId="20577"/>
          <ac:spMkLst>
            <pc:docMk/>
            <pc:sldMk cId="927248971" sldId="266"/>
            <ac:spMk id="2" creationId="{71265236-86F1-448D-80A5-F7232F98A0B3}"/>
          </ac:spMkLst>
        </pc:spChg>
        <pc:spChg chg="add mod">
          <ac:chgData name="Ben Kelly" userId="c94d8882-69fe-4a70-b219-d94260460edf" providerId="ADAL" clId="{841BF6FD-3DB7-41E9-B320-79265F160705}" dt="2024-12-09T19:25:24.115" v="3079" actId="1036"/>
          <ac:spMkLst>
            <pc:docMk/>
            <pc:sldMk cId="927248971" sldId="266"/>
            <ac:spMk id="3" creationId="{A4EE80BD-73C3-64E5-5A24-F087C5FFA9A7}"/>
          </ac:spMkLst>
        </pc:spChg>
        <pc:spChg chg="add mod">
          <ac:chgData name="Ben Kelly" userId="c94d8882-69fe-4a70-b219-d94260460edf" providerId="ADAL" clId="{841BF6FD-3DB7-41E9-B320-79265F160705}" dt="2024-12-09T19:25:36.716" v="3084" actId="14100"/>
          <ac:spMkLst>
            <pc:docMk/>
            <pc:sldMk cId="927248971" sldId="266"/>
            <ac:spMk id="5" creationId="{41BDCE6E-09A8-3C20-9903-9DF262DAD05E}"/>
          </ac:spMkLst>
        </pc:spChg>
        <pc:spChg chg="del">
          <ac:chgData name="Ben Kelly" userId="c94d8882-69fe-4a70-b219-d94260460edf" providerId="ADAL" clId="{841BF6FD-3DB7-41E9-B320-79265F160705}" dt="2024-12-09T19:06:42.466" v="2679" actId="478"/>
          <ac:spMkLst>
            <pc:docMk/>
            <pc:sldMk cId="927248971" sldId="266"/>
            <ac:spMk id="6" creationId="{2E8D6CE0-61DA-BE10-621A-D3746E66F00A}"/>
          </ac:spMkLst>
        </pc:spChg>
        <pc:spChg chg="add mod">
          <ac:chgData name="Ben Kelly" userId="c94d8882-69fe-4a70-b219-d94260460edf" providerId="ADAL" clId="{841BF6FD-3DB7-41E9-B320-79265F160705}" dt="2024-12-09T19:26:06.779" v="3097" actId="20577"/>
          <ac:spMkLst>
            <pc:docMk/>
            <pc:sldMk cId="927248971" sldId="266"/>
            <ac:spMk id="7" creationId="{620D7986-7E3C-1585-C505-5ACD73925B27}"/>
          </ac:spMkLst>
        </pc:spChg>
        <pc:spChg chg="add mod">
          <ac:chgData name="Ben Kelly" userId="c94d8882-69fe-4a70-b219-d94260460edf" providerId="ADAL" clId="{841BF6FD-3DB7-41E9-B320-79265F160705}" dt="2024-12-09T19:26:10.737" v="3102" actId="1036"/>
          <ac:spMkLst>
            <pc:docMk/>
            <pc:sldMk cId="927248971" sldId="266"/>
            <ac:spMk id="10" creationId="{3BD4FA38-B5FF-D365-903E-854109D29E8A}"/>
          </ac:spMkLst>
        </pc:spChg>
        <pc:spChg chg="add mod">
          <ac:chgData name="Ben Kelly" userId="c94d8882-69fe-4a70-b219-d94260460edf" providerId="ADAL" clId="{841BF6FD-3DB7-41E9-B320-79265F160705}" dt="2024-12-09T19:42:57.381" v="3436" actId="1036"/>
          <ac:spMkLst>
            <pc:docMk/>
            <pc:sldMk cId="927248971" sldId="266"/>
            <ac:spMk id="12" creationId="{112F96B1-D901-80D6-2A42-F5D2FB3F35D0}"/>
          </ac:spMkLst>
        </pc:spChg>
        <pc:spChg chg="add mod">
          <ac:chgData name="Ben Kelly" userId="c94d8882-69fe-4a70-b219-d94260460edf" providerId="ADAL" clId="{841BF6FD-3DB7-41E9-B320-79265F160705}" dt="2024-12-09T19:40:55.862" v="3413" actId="208"/>
          <ac:spMkLst>
            <pc:docMk/>
            <pc:sldMk cId="927248971" sldId="266"/>
            <ac:spMk id="13" creationId="{3EDECFDC-8651-66C5-D721-A37812DF71DB}"/>
          </ac:spMkLst>
        </pc:spChg>
        <pc:spChg chg="add mod">
          <ac:chgData name="Ben Kelly" userId="c94d8882-69fe-4a70-b219-d94260460edf" providerId="ADAL" clId="{841BF6FD-3DB7-41E9-B320-79265F160705}" dt="2024-12-09T22:03:41.254" v="5480"/>
          <ac:spMkLst>
            <pc:docMk/>
            <pc:sldMk cId="927248971" sldId="266"/>
            <ac:spMk id="14" creationId="{8BCACCAA-5E9D-26F0-EE34-CF02920893AC}"/>
          </ac:spMkLst>
        </pc:spChg>
        <pc:graphicFrameChg chg="mod">
          <ac:chgData name="Ben Kelly" userId="c94d8882-69fe-4a70-b219-d94260460edf" providerId="ADAL" clId="{841BF6FD-3DB7-41E9-B320-79265F160705}" dt="2024-12-09T19:55:54.443" v="3654"/>
          <ac:graphicFrameMkLst>
            <pc:docMk/>
            <pc:sldMk cId="927248971" sldId="266"/>
            <ac:graphicFrameMk id="9" creationId="{9F682E9C-2DB8-3665-E70E-42650989E561}"/>
          </ac:graphicFrameMkLst>
        </pc:graphicFrameChg>
        <pc:picChg chg="mod">
          <ac:chgData name="Ben Kelly" userId="c94d8882-69fe-4a70-b219-d94260460edf" providerId="ADAL" clId="{841BF6FD-3DB7-41E9-B320-79265F160705}" dt="2024-12-09T19:25:31.459" v="3082" actId="1076"/>
          <ac:picMkLst>
            <pc:docMk/>
            <pc:sldMk cId="927248971" sldId="266"/>
            <ac:picMk id="11" creationId="{0053AD6F-BD95-E982-114D-CFF6B8E245C7}"/>
          </ac:picMkLst>
        </pc:picChg>
      </pc:sldChg>
      <pc:sldChg chg="addSp delSp modSp add mod delAnim modAnim">
        <pc:chgData name="Ben Kelly" userId="c94d8882-69fe-4a70-b219-d94260460edf" providerId="ADAL" clId="{841BF6FD-3DB7-41E9-B320-79265F160705}" dt="2024-12-09T22:02:13.266" v="5449" actId="20577"/>
        <pc:sldMkLst>
          <pc:docMk/>
          <pc:sldMk cId="2952989966" sldId="267"/>
        </pc:sldMkLst>
        <pc:spChg chg="add mod">
          <ac:chgData name="Ben Kelly" userId="c94d8882-69fe-4a70-b219-d94260460edf" providerId="ADAL" clId="{841BF6FD-3DB7-41E9-B320-79265F160705}" dt="2024-12-09T19:03:58.137" v="2631" actId="208"/>
          <ac:spMkLst>
            <pc:docMk/>
            <pc:sldMk cId="2952989966" sldId="267"/>
            <ac:spMk id="3" creationId="{FC17F359-F90C-0202-F984-C2D5CFD8D94A}"/>
          </ac:spMkLst>
        </pc:spChg>
        <pc:spChg chg="add mod">
          <ac:chgData name="Ben Kelly" userId="c94d8882-69fe-4a70-b219-d94260460edf" providerId="ADAL" clId="{841BF6FD-3DB7-41E9-B320-79265F160705}" dt="2024-12-09T19:04:36.514" v="2644" actId="208"/>
          <ac:spMkLst>
            <pc:docMk/>
            <pc:sldMk cId="2952989966" sldId="267"/>
            <ac:spMk id="5" creationId="{0FBE3307-B0BF-F741-90DE-5824BB873C83}"/>
          </ac:spMkLst>
        </pc:spChg>
        <pc:spChg chg="del">
          <ac:chgData name="Ben Kelly" userId="c94d8882-69fe-4a70-b219-d94260460edf" providerId="ADAL" clId="{841BF6FD-3DB7-41E9-B320-79265F160705}" dt="2024-12-09T18:49:58.240" v="2453" actId="478"/>
          <ac:spMkLst>
            <pc:docMk/>
            <pc:sldMk cId="2952989966" sldId="267"/>
            <ac:spMk id="6" creationId="{2E8D6CE0-61DA-BE10-621A-D3746E66F00A}"/>
          </ac:spMkLst>
        </pc:spChg>
        <pc:spChg chg="del">
          <ac:chgData name="Ben Kelly" userId="c94d8882-69fe-4a70-b219-d94260460edf" providerId="ADAL" clId="{841BF6FD-3DB7-41E9-B320-79265F160705}" dt="2024-12-09T18:53:32.219" v="2500" actId="478"/>
          <ac:spMkLst>
            <pc:docMk/>
            <pc:sldMk cId="2952989966" sldId="267"/>
            <ac:spMk id="8" creationId="{B0704E30-20E3-501C-B4F6-98AEF1780612}"/>
          </ac:spMkLst>
        </pc:spChg>
        <pc:spChg chg="add mod">
          <ac:chgData name="Ben Kelly" userId="c94d8882-69fe-4a70-b219-d94260460edf" providerId="ADAL" clId="{841BF6FD-3DB7-41E9-B320-79265F160705}" dt="2024-12-09T22:02:13.266" v="5449" actId="20577"/>
          <ac:spMkLst>
            <pc:docMk/>
            <pc:sldMk cId="2952989966" sldId="267"/>
            <ac:spMk id="10" creationId="{4B6C0F1E-AE7D-651B-C589-493C81CBB9F0}"/>
          </ac:spMkLst>
        </pc:spChg>
        <pc:graphicFrameChg chg="add mod">
          <ac:chgData name="Ben Kelly" userId="c94d8882-69fe-4a70-b219-d94260460edf" providerId="ADAL" clId="{841BF6FD-3DB7-41E9-B320-79265F160705}" dt="2024-12-09T19:04:22.065" v="2641"/>
          <ac:graphicFrameMkLst>
            <pc:docMk/>
            <pc:sldMk cId="2952989966" sldId="267"/>
            <ac:graphicFrameMk id="2" creationId="{709614A9-1424-1D7E-4510-5FF5773AA1E2}"/>
          </ac:graphicFrameMkLst>
        </pc:graphicFrameChg>
        <pc:graphicFrameChg chg="del mod">
          <ac:chgData name="Ben Kelly" userId="c94d8882-69fe-4a70-b219-d94260460edf" providerId="ADAL" clId="{841BF6FD-3DB7-41E9-B320-79265F160705}" dt="2024-12-09T18:50:03.282" v="2456" actId="478"/>
          <ac:graphicFrameMkLst>
            <pc:docMk/>
            <pc:sldMk cId="2952989966" sldId="267"/>
            <ac:graphicFrameMk id="9" creationId="{9F682E9C-2DB8-3665-E70E-42650989E561}"/>
          </ac:graphicFrameMkLst>
        </pc:graphicFrameChg>
        <pc:picChg chg="add mod">
          <ac:chgData name="Ben Kelly" userId="c94d8882-69fe-4a70-b219-d94260460edf" providerId="ADAL" clId="{841BF6FD-3DB7-41E9-B320-79265F160705}" dt="2024-12-09T19:42:33.839" v="3427" actId="1076"/>
          <ac:picMkLst>
            <pc:docMk/>
            <pc:sldMk cId="2952989966" sldId="267"/>
            <ac:picMk id="7" creationId="{760E12BD-352C-0897-9F3B-5B8E39C1963A}"/>
          </ac:picMkLst>
        </pc:picChg>
      </pc:sldChg>
      <pc:sldChg chg="add del">
        <pc:chgData name="Ben Kelly" userId="c94d8882-69fe-4a70-b219-d94260460edf" providerId="ADAL" clId="{841BF6FD-3DB7-41E9-B320-79265F160705}" dt="2024-12-09T18:50:06.077" v="2458"/>
        <pc:sldMkLst>
          <pc:docMk/>
          <pc:sldMk cId="2646289320" sldId="268"/>
        </pc:sldMkLst>
      </pc:sldChg>
      <pc:sldChg chg="new del">
        <pc:chgData name="Ben Kelly" userId="c94d8882-69fe-4a70-b219-d94260460edf" providerId="ADAL" clId="{841BF6FD-3DB7-41E9-B320-79265F160705}" dt="2024-12-09T20:15:37.510" v="3819" actId="680"/>
        <pc:sldMkLst>
          <pc:docMk/>
          <pc:sldMk cId="2889496646" sldId="268"/>
        </pc:sldMkLst>
      </pc:sldChg>
      <pc:sldChg chg="addSp delSp modSp add mod delAnim modAnim">
        <pc:chgData name="Ben Kelly" userId="c94d8882-69fe-4a70-b219-d94260460edf" providerId="ADAL" clId="{841BF6FD-3DB7-41E9-B320-79265F160705}" dt="2024-12-09T22:03:54.391" v="5493" actId="20577"/>
        <pc:sldMkLst>
          <pc:docMk/>
          <pc:sldMk cId="3410473786" sldId="268"/>
        </pc:sldMkLst>
        <pc:spChg chg="del">
          <ac:chgData name="Ben Kelly" userId="c94d8882-69fe-4a70-b219-d94260460edf" providerId="ADAL" clId="{841BF6FD-3DB7-41E9-B320-79265F160705}" dt="2024-12-09T20:15:48.064" v="3828" actId="478"/>
          <ac:spMkLst>
            <pc:docMk/>
            <pc:sldMk cId="3410473786" sldId="268"/>
            <ac:spMk id="2" creationId="{E6FAC7BB-1A58-5CCE-20CA-6D5C6D5252BF}"/>
          </ac:spMkLst>
        </pc:spChg>
        <pc:spChg chg="mod">
          <ac:chgData name="Ben Kelly" userId="c94d8882-69fe-4a70-b219-d94260460edf" providerId="ADAL" clId="{841BF6FD-3DB7-41E9-B320-79265F160705}" dt="2024-12-09T20:15:57.437" v="3857" actId="20577"/>
          <ac:spMkLst>
            <pc:docMk/>
            <pc:sldMk cId="3410473786" sldId="268"/>
            <ac:spMk id="4" creationId="{BB28AD95-FEBE-622C-A530-49482E08AABE}"/>
          </ac:spMkLst>
        </pc:spChg>
        <pc:spChg chg="del">
          <ac:chgData name="Ben Kelly" userId="c94d8882-69fe-4a70-b219-d94260460edf" providerId="ADAL" clId="{841BF6FD-3DB7-41E9-B320-79265F160705}" dt="2024-12-09T20:15:41.412" v="3821" actId="478"/>
          <ac:spMkLst>
            <pc:docMk/>
            <pc:sldMk cId="3410473786" sldId="268"/>
            <ac:spMk id="8" creationId="{B0704E30-20E3-501C-B4F6-98AEF1780612}"/>
          </ac:spMkLst>
        </pc:spChg>
        <pc:spChg chg="del">
          <ac:chgData name="Ben Kelly" userId="c94d8882-69fe-4a70-b219-d94260460edf" providerId="ADAL" clId="{841BF6FD-3DB7-41E9-B320-79265F160705}" dt="2024-12-09T20:15:44.458" v="3825" actId="478"/>
          <ac:spMkLst>
            <pc:docMk/>
            <pc:sldMk cId="3410473786" sldId="268"/>
            <ac:spMk id="9" creationId="{4FDC0410-0974-2730-9F93-B13CD8CBF7B0}"/>
          </ac:spMkLst>
        </pc:spChg>
        <pc:spChg chg="del">
          <ac:chgData name="Ben Kelly" userId="c94d8882-69fe-4a70-b219-d94260460edf" providerId="ADAL" clId="{841BF6FD-3DB7-41E9-B320-79265F160705}" dt="2024-12-09T20:15:43.114" v="3823" actId="478"/>
          <ac:spMkLst>
            <pc:docMk/>
            <pc:sldMk cId="3410473786" sldId="268"/>
            <ac:spMk id="10" creationId="{D4BE157F-1856-2CAA-3214-4962748676F4}"/>
          </ac:spMkLst>
        </pc:spChg>
        <pc:spChg chg="add del mod">
          <ac:chgData name="Ben Kelly" userId="c94d8882-69fe-4a70-b219-d94260460edf" providerId="ADAL" clId="{841BF6FD-3DB7-41E9-B320-79265F160705}" dt="2024-12-09T20:27:05.678" v="3949"/>
          <ac:spMkLst>
            <pc:docMk/>
            <pc:sldMk cId="3410473786" sldId="268"/>
            <ac:spMk id="11" creationId="{11ADC73B-1C23-BA14-909E-79CC090C96AA}"/>
          </ac:spMkLst>
        </pc:spChg>
        <pc:spChg chg="add mod">
          <ac:chgData name="Ben Kelly" userId="c94d8882-69fe-4a70-b219-d94260460edf" providerId="ADAL" clId="{841BF6FD-3DB7-41E9-B320-79265F160705}" dt="2024-12-09T20:31:54.198" v="4026" actId="14100"/>
          <ac:spMkLst>
            <pc:docMk/>
            <pc:sldMk cId="3410473786" sldId="268"/>
            <ac:spMk id="12" creationId="{924DD976-3370-4455-B3C8-3F49A61E775F}"/>
          </ac:spMkLst>
        </pc:spChg>
        <pc:spChg chg="add mod">
          <ac:chgData name="Ben Kelly" userId="c94d8882-69fe-4a70-b219-d94260460edf" providerId="ADAL" clId="{841BF6FD-3DB7-41E9-B320-79265F160705}" dt="2024-12-09T20:28:28.295" v="3963" actId="164"/>
          <ac:spMkLst>
            <pc:docMk/>
            <pc:sldMk cId="3410473786" sldId="268"/>
            <ac:spMk id="13" creationId="{42E142D1-CC2D-B09F-F21B-7C37FD553D4B}"/>
          </ac:spMkLst>
        </pc:spChg>
        <pc:spChg chg="add del mod">
          <ac:chgData name="Ben Kelly" userId="c94d8882-69fe-4a70-b219-d94260460edf" providerId="ADAL" clId="{841BF6FD-3DB7-41E9-B320-79265F160705}" dt="2024-12-09T20:29:46.611" v="3973" actId="478"/>
          <ac:spMkLst>
            <pc:docMk/>
            <pc:sldMk cId="3410473786" sldId="268"/>
            <ac:spMk id="15" creationId="{B12BF913-8B21-DD95-3912-22CD6ACE4ABD}"/>
          </ac:spMkLst>
        </pc:spChg>
        <pc:spChg chg="add mod">
          <ac:chgData name="Ben Kelly" userId="c94d8882-69fe-4a70-b219-d94260460edf" providerId="ADAL" clId="{841BF6FD-3DB7-41E9-B320-79265F160705}" dt="2024-12-09T22:03:54.391" v="5493" actId="20577"/>
          <ac:spMkLst>
            <pc:docMk/>
            <pc:sldMk cId="3410473786" sldId="268"/>
            <ac:spMk id="17" creationId="{F52F9A4D-F224-971F-B479-05391C9D124F}"/>
          </ac:spMkLst>
        </pc:spChg>
        <pc:grpChg chg="add mod">
          <ac:chgData name="Ben Kelly" userId="c94d8882-69fe-4a70-b219-d94260460edf" providerId="ADAL" clId="{841BF6FD-3DB7-41E9-B320-79265F160705}" dt="2024-12-09T20:31:51.147" v="4025" actId="14100"/>
          <ac:grpSpMkLst>
            <pc:docMk/>
            <pc:sldMk cId="3410473786" sldId="268"/>
            <ac:grpSpMk id="14" creationId="{11FF90B0-7A30-9DA1-0656-CE7C9F8F3757}"/>
          </ac:grpSpMkLst>
        </pc:grpChg>
        <pc:graphicFrameChg chg="mod">
          <ac:chgData name="Ben Kelly" userId="c94d8882-69fe-4a70-b219-d94260460edf" providerId="ADAL" clId="{841BF6FD-3DB7-41E9-B320-79265F160705}" dt="2024-12-09T20:22:19.492" v="3921" actId="1076"/>
          <ac:graphicFrameMkLst>
            <pc:docMk/>
            <pc:sldMk cId="3410473786" sldId="268"/>
            <ac:graphicFrameMk id="3" creationId="{E286AEC6-EE67-61B5-BF15-331B49BD206F}"/>
          </ac:graphicFrameMkLst>
        </pc:graphicFrameChg>
        <pc:graphicFrameChg chg="add mod">
          <ac:chgData name="Ben Kelly" userId="c94d8882-69fe-4a70-b219-d94260460edf" providerId="ADAL" clId="{841BF6FD-3DB7-41E9-B320-79265F160705}" dt="2024-12-09T20:25:15.632" v="3937"/>
          <ac:graphicFrameMkLst>
            <pc:docMk/>
            <pc:sldMk cId="3410473786" sldId="268"/>
            <ac:graphicFrameMk id="5" creationId="{95142252-832A-25D3-A1BD-16BD7B918F2B}"/>
          </ac:graphicFrameMkLst>
        </pc:graphicFrameChg>
        <pc:graphicFrameChg chg="add mod">
          <ac:chgData name="Ben Kelly" userId="c94d8882-69fe-4a70-b219-d94260460edf" providerId="ADAL" clId="{841BF6FD-3DB7-41E9-B320-79265F160705}" dt="2024-12-09T20:31:44.647" v="4024" actId="1036"/>
          <ac:graphicFrameMkLst>
            <pc:docMk/>
            <pc:sldMk cId="3410473786" sldId="268"/>
            <ac:graphicFrameMk id="6" creationId="{79BC6B13-EA15-F64E-DB4C-B3F92A38B359}"/>
          </ac:graphicFrameMkLst>
        </pc:graphicFrameChg>
        <pc:graphicFrameChg chg="add mod">
          <ac:chgData name="Ben Kelly" userId="c94d8882-69fe-4a70-b219-d94260460edf" providerId="ADAL" clId="{841BF6FD-3DB7-41E9-B320-79265F160705}" dt="2024-12-09T20:32:10.847" v="4041" actId="1038"/>
          <ac:graphicFrameMkLst>
            <pc:docMk/>
            <pc:sldMk cId="3410473786" sldId="268"/>
            <ac:graphicFrameMk id="7" creationId="{56B9FEA3-C409-974B-9E4C-30DFF2D4ECCE}"/>
          </ac:graphicFrameMkLst>
        </pc:graphicFrameChg>
        <pc:graphicFrameChg chg="add mod">
          <ac:chgData name="Ben Kelly" userId="c94d8882-69fe-4a70-b219-d94260460edf" providerId="ADAL" clId="{841BF6FD-3DB7-41E9-B320-79265F160705}" dt="2024-12-09T20:32:50.102" v="4045" actId="1076"/>
          <ac:graphicFrameMkLst>
            <pc:docMk/>
            <pc:sldMk cId="3410473786" sldId="268"/>
            <ac:graphicFrameMk id="16" creationId="{CB2FBDEC-1E91-7BCC-FFEF-0F0C6E721E9F}"/>
          </ac:graphicFrameMkLst>
        </pc:graphicFrameChg>
        <pc:picChg chg="del">
          <ac:chgData name="Ben Kelly" userId="c94d8882-69fe-4a70-b219-d94260460edf" providerId="ADAL" clId="{841BF6FD-3DB7-41E9-B320-79265F160705}" dt="2024-12-09T20:15:45.175" v="3826" actId="478"/>
          <ac:picMkLst>
            <pc:docMk/>
            <pc:sldMk cId="3410473786" sldId="268"/>
            <ac:picMk id="6146" creationId="{4BD4FFB1-B33D-FCDC-18E5-B3C7D7231A18}"/>
          </ac:picMkLst>
        </pc:picChg>
        <pc:picChg chg="del">
          <ac:chgData name="Ben Kelly" userId="c94d8882-69fe-4a70-b219-d94260460edf" providerId="ADAL" clId="{841BF6FD-3DB7-41E9-B320-79265F160705}" dt="2024-12-09T20:15:43.619" v="3824" actId="478"/>
          <ac:picMkLst>
            <pc:docMk/>
            <pc:sldMk cId="3410473786" sldId="268"/>
            <ac:picMk id="6150" creationId="{D65D27AE-2650-9DB3-FB46-EDC1F60BB7DD}"/>
          </ac:picMkLst>
        </pc:picChg>
        <pc:picChg chg="del">
          <ac:chgData name="Ben Kelly" userId="c94d8882-69fe-4a70-b219-d94260460edf" providerId="ADAL" clId="{841BF6FD-3DB7-41E9-B320-79265F160705}" dt="2024-12-09T20:15:42.184" v="3822" actId="478"/>
          <ac:picMkLst>
            <pc:docMk/>
            <pc:sldMk cId="3410473786" sldId="268"/>
            <ac:picMk id="6152" creationId="{41CD74B8-5AE9-7F62-0CE9-5F521B3E5D3D}"/>
          </ac:picMkLst>
        </pc:picChg>
      </pc:sldChg>
      <pc:sldChg chg="addSp delSp modSp add mod delAnim modAnim">
        <pc:chgData name="Ben Kelly" userId="c94d8882-69fe-4a70-b219-d94260460edf" providerId="ADAL" clId="{841BF6FD-3DB7-41E9-B320-79265F160705}" dt="2024-12-09T22:03:57.384" v="5495" actId="20577"/>
        <pc:sldMkLst>
          <pc:docMk/>
          <pc:sldMk cId="2356211658" sldId="269"/>
        </pc:sldMkLst>
        <pc:spChg chg="add mod">
          <ac:chgData name="Ben Kelly" userId="c94d8882-69fe-4a70-b219-d94260460edf" providerId="ADAL" clId="{841BF6FD-3DB7-41E9-B320-79265F160705}" dt="2024-12-09T20:48:02.105" v="4252" actId="208"/>
          <ac:spMkLst>
            <pc:docMk/>
            <pc:sldMk cId="2356211658" sldId="269"/>
            <ac:spMk id="8" creationId="{076A6439-6FB2-871B-E169-BA862790D901}"/>
          </ac:spMkLst>
        </pc:spChg>
        <pc:spChg chg="add mod">
          <ac:chgData name="Ben Kelly" userId="c94d8882-69fe-4a70-b219-d94260460edf" providerId="ADAL" clId="{841BF6FD-3DB7-41E9-B320-79265F160705}" dt="2024-12-09T20:50:54.473" v="4279" actId="14100"/>
          <ac:spMkLst>
            <pc:docMk/>
            <pc:sldMk cId="2356211658" sldId="269"/>
            <ac:spMk id="9" creationId="{075C4107-6057-3A4E-5BC1-03FECBFAA51D}"/>
          </ac:spMkLst>
        </pc:spChg>
        <pc:spChg chg="add mod">
          <ac:chgData name="Ben Kelly" userId="c94d8882-69fe-4a70-b219-d94260460edf" providerId="ADAL" clId="{841BF6FD-3DB7-41E9-B320-79265F160705}" dt="2024-12-09T20:50:51.452" v="4278" actId="14100"/>
          <ac:spMkLst>
            <pc:docMk/>
            <pc:sldMk cId="2356211658" sldId="269"/>
            <ac:spMk id="10" creationId="{C4B100EA-8639-DB05-9F4A-2BC6581A9F36}"/>
          </ac:spMkLst>
        </pc:spChg>
        <pc:spChg chg="add mod">
          <ac:chgData name="Ben Kelly" userId="c94d8882-69fe-4a70-b219-d94260460edf" providerId="ADAL" clId="{841BF6FD-3DB7-41E9-B320-79265F160705}" dt="2024-12-09T22:03:57.384" v="5495" actId="20577"/>
          <ac:spMkLst>
            <pc:docMk/>
            <pc:sldMk cId="2356211658" sldId="269"/>
            <ac:spMk id="11" creationId="{1754BC72-97E0-BC66-05F9-968197F9832E}"/>
          </ac:spMkLst>
        </pc:spChg>
        <pc:spChg chg="del topLvl">
          <ac:chgData name="Ben Kelly" userId="c94d8882-69fe-4a70-b219-d94260460edf" providerId="ADAL" clId="{841BF6FD-3DB7-41E9-B320-79265F160705}" dt="2024-12-09T20:34:22.983" v="4053" actId="478"/>
          <ac:spMkLst>
            <pc:docMk/>
            <pc:sldMk cId="2356211658" sldId="269"/>
            <ac:spMk id="12" creationId="{924DD976-3370-4455-B3C8-3F49A61E775F}"/>
          </ac:spMkLst>
        </pc:spChg>
        <pc:spChg chg="del topLvl">
          <ac:chgData name="Ben Kelly" userId="c94d8882-69fe-4a70-b219-d94260460edf" providerId="ADAL" clId="{841BF6FD-3DB7-41E9-B320-79265F160705}" dt="2024-12-09T20:34:24.289" v="4054" actId="478"/>
          <ac:spMkLst>
            <pc:docMk/>
            <pc:sldMk cId="2356211658" sldId="269"/>
            <ac:spMk id="13" creationId="{42E142D1-CC2D-B09F-F21B-7C37FD553D4B}"/>
          </ac:spMkLst>
        </pc:spChg>
        <pc:grpChg chg="del mod">
          <ac:chgData name="Ben Kelly" userId="c94d8882-69fe-4a70-b219-d94260460edf" providerId="ADAL" clId="{841BF6FD-3DB7-41E9-B320-79265F160705}" dt="2024-12-09T20:34:22.983" v="4053" actId="478"/>
          <ac:grpSpMkLst>
            <pc:docMk/>
            <pc:sldMk cId="2356211658" sldId="269"/>
            <ac:grpSpMk id="14" creationId="{11FF90B0-7A30-9DA1-0656-CE7C9F8F3757}"/>
          </ac:grpSpMkLst>
        </pc:grpChg>
        <pc:graphicFrameChg chg="add mod">
          <ac:chgData name="Ben Kelly" userId="c94d8882-69fe-4a70-b219-d94260460edf" providerId="ADAL" clId="{841BF6FD-3DB7-41E9-B320-79265F160705}" dt="2024-12-09T20:46:10.784" v="4249" actId="1038"/>
          <ac:graphicFrameMkLst>
            <pc:docMk/>
            <pc:sldMk cId="2356211658" sldId="269"/>
            <ac:graphicFrameMk id="2" creationId="{17986265-7E4C-BF2B-29F1-1684DF4479AB}"/>
          </ac:graphicFrameMkLst>
        </pc:graphicFrameChg>
        <pc:graphicFrameChg chg="mod">
          <ac:chgData name="Ben Kelly" userId="c94d8882-69fe-4a70-b219-d94260460edf" providerId="ADAL" clId="{841BF6FD-3DB7-41E9-B320-79265F160705}" dt="2024-12-09T20:50:47.770" v="4277"/>
          <ac:graphicFrameMkLst>
            <pc:docMk/>
            <pc:sldMk cId="2356211658" sldId="269"/>
            <ac:graphicFrameMk id="3" creationId="{E286AEC6-EE67-61B5-BF15-331B49BD206F}"/>
          </ac:graphicFrameMkLst>
        </pc:graphicFrameChg>
        <pc:graphicFrameChg chg="del">
          <ac:chgData name="Ben Kelly" userId="c94d8882-69fe-4a70-b219-d94260460edf" providerId="ADAL" clId="{841BF6FD-3DB7-41E9-B320-79265F160705}" dt="2024-12-09T20:34:18.856" v="4047" actId="478"/>
          <ac:graphicFrameMkLst>
            <pc:docMk/>
            <pc:sldMk cId="2356211658" sldId="269"/>
            <ac:graphicFrameMk id="5" creationId="{95142252-832A-25D3-A1BD-16BD7B918F2B}"/>
          </ac:graphicFrameMkLst>
        </pc:graphicFrameChg>
        <pc:graphicFrameChg chg="del">
          <ac:chgData name="Ben Kelly" userId="c94d8882-69fe-4a70-b219-d94260460edf" providerId="ADAL" clId="{841BF6FD-3DB7-41E9-B320-79265F160705}" dt="2024-12-09T20:34:19.719" v="4048" actId="478"/>
          <ac:graphicFrameMkLst>
            <pc:docMk/>
            <pc:sldMk cId="2356211658" sldId="269"/>
            <ac:graphicFrameMk id="6" creationId="{79BC6B13-EA15-F64E-DB4C-B3F92A38B359}"/>
          </ac:graphicFrameMkLst>
        </pc:graphicFrameChg>
        <pc:graphicFrameChg chg="del">
          <ac:chgData name="Ben Kelly" userId="c94d8882-69fe-4a70-b219-d94260460edf" providerId="ADAL" clId="{841BF6FD-3DB7-41E9-B320-79265F160705}" dt="2024-12-09T20:34:20.370" v="4049" actId="478"/>
          <ac:graphicFrameMkLst>
            <pc:docMk/>
            <pc:sldMk cId="2356211658" sldId="269"/>
            <ac:graphicFrameMk id="7" creationId="{56B9FEA3-C409-974B-9E4C-30DFF2D4ECCE}"/>
          </ac:graphicFrameMkLst>
        </pc:graphicFrameChg>
        <pc:graphicFrameChg chg="del">
          <ac:chgData name="Ben Kelly" userId="c94d8882-69fe-4a70-b219-d94260460edf" providerId="ADAL" clId="{841BF6FD-3DB7-41E9-B320-79265F160705}" dt="2024-12-09T20:34:20.854" v="4050" actId="478"/>
          <ac:graphicFrameMkLst>
            <pc:docMk/>
            <pc:sldMk cId="2356211658" sldId="269"/>
            <ac:graphicFrameMk id="16" creationId="{CB2FBDEC-1E91-7BCC-FFEF-0F0C6E721E9F}"/>
          </ac:graphicFrameMkLst>
        </pc:graphicFrameChg>
      </pc:sldChg>
      <pc:sldChg chg="addSp delSp modSp add mod delAnim modAnim">
        <pc:chgData name="Ben Kelly" userId="c94d8882-69fe-4a70-b219-d94260460edf" providerId="ADAL" clId="{841BF6FD-3DB7-41E9-B320-79265F160705}" dt="2024-12-09T22:04:00.381" v="5497" actId="20577"/>
        <pc:sldMkLst>
          <pc:docMk/>
          <pc:sldMk cId="1252476612" sldId="270"/>
        </pc:sldMkLst>
        <pc:spChg chg="mod">
          <ac:chgData name="Ben Kelly" userId="c94d8882-69fe-4a70-b219-d94260460edf" providerId="ADAL" clId="{841BF6FD-3DB7-41E9-B320-79265F160705}" dt="2024-12-09T20:53:27.254" v="4402" actId="20577"/>
          <ac:spMkLst>
            <pc:docMk/>
            <pc:sldMk cId="1252476612" sldId="270"/>
            <ac:spMk id="4" creationId="{BB28AD95-FEBE-622C-A530-49482E08AABE}"/>
          </ac:spMkLst>
        </pc:spChg>
        <pc:spChg chg="add mod">
          <ac:chgData name="Ben Kelly" userId="c94d8882-69fe-4a70-b219-d94260460edf" providerId="ADAL" clId="{841BF6FD-3DB7-41E9-B320-79265F160705}" dt="2024-12-09T21:51:44.336" v="5146" actId="20577"/>
          <ac:spMkLst>
            <pc:docMk/>
            <pc:sldMk cId="1252476612" sldId="270"/>
            <ac:spMk id="7" creationId="{BD86E502-D71E-F0B8-1B94-5EC9390025FC}"/>
          </ac:spMkLst>
        </pc:spChg>
        <pc:spChg chg="del">
          <ac:chgData name="Ben Kelly" userId="c94d8882-69fe-4a70-b219-d94260460edf" providerId="ADAL" clId="{841BF6FD-3DB7-41E9-B320-79265F160705}" dt="2024-12-09T20:51:37.487" v="4286" actId="478"/>
          <ac:spMkLst>
            <pc:docMk/>
            <pc:sldMk cId="1252476612" sldId="270"/>
            <ac:spMk id="8" creationId="{076A6439-6FB2-871B-E169-BA862790D901}"/>
          </ac:spMkLst>
        </pc:spChg>
        <pc:spChg chg="del">
          <ac:chgData name="Ben Kelly" userId="c94d8882-69fe-4a70-b219-d94260460edf" providerId="ADAL" clId="{841BF6FD-3DB7-41E9-B320-79265F160705}" dt="2024-12-09T20:51:34.151" v="4281" actId="478"/>
          <ac:spMkLst>
            <pc:docMk/>
            <pc:sldMk cId="1252476612" sldId="270"/>
            <ac:spMk id="9" creationId="{075C4107-6057-3A4E-5BC1-03FECBFAA51D}"/>
          </ac:spMkLst>
        </pc:spChg>
        <pc:spChg chg="del">
          <ac:chgData name="Ben Kelly" userId="c94d8882-69fe-4a70-b219-d94260460edf" providerId="ADAL" clId="{841BF6FD-3DB7-41E9-B320-79265F160705}" dt="2024-12-09T20:51:34.710" v="4282" actId="478"/>
          <ac:spMkLst>
            <pc:docMk/>
            <pc:sldMk cId="1252476612" sldId="270"/>
            <ac:spMk id="10" creationId="{C4B100EA-8639-DB05-9F4A-2BC6581A9F36}"/>
          </ac:spMkLst>
        </pc:spChg>
        <pc:spChg chg="add del mod">
          <ac:chgData name="Ben Kelly" userId="c94d8882-69fe-4a70-b219-d94260460edf" providerId="ADAL" clId="{841BF6FD-3DB7-41E9-B320-79265F160705}" dt="2024-12-09T21:57:27.977" v="5300"/>
          <ac:spMkLst>
            <pc:docMk/>
            <pc:sldMk cId="1252476612" sldId="270"/>
            <ac:spMk id="16" creationId="{C1583CF3-0601-BB6E-516F-43BEE23D076C}"/>
          </ac:spMkLst>
        </pc:spChg>
        <pc:spChg chg="add mod">
          <ac:chgData name="Ben Kelly" userId="c94d8882-69fe-4a70-b219-d94260460edf" providerId="ADAL" clId="{841BF6FD-3DB7-41E9-B320-79265F160705}" dt="2024-12-09T22:04:00.381" v="5497" actId="20577"/>
          <ac:spMkLst>
            <pc:docMk/>
            <pc:sldMk cId="1252476612" sldId="270"/>
            <ac:spMk id="17" creationId="{CFDE7D9B-C902-5ABE-8FCA-4AF2A1D0E8A8}"/>
          </ac:spMkLst>
        </pc:spChg>
        <pc:graphicFrameChg chg="del">
          <ac:chgData name="Ben Kelly" userId="c94d8882-69fe-4a70-b219-d94260460edf" providerId="ADAL" clId="{841BF6FD-3DB7-41E9-B320-79265F160705}" dt="2024-12-09T20:51:35.249" v="4283" actId="478"/>
          <ac:graphicFrameMkLst>
            <pc:docMk/>
            <pc:sldMk cId="1252476612" sldId="270"/>
            <ac:graphicFrameMk id="2" creationId="{17986265-7E4C-BF2B-29F1-1684DF4479AB}"/>
          </ac:graphicFrameMkLst>
        </pc:graphicFrameChg>
        <pc:graphicFrameChg chg="del">
          <ac:chgData name="Ben Kelly" userId="c94d8882-69fe-4a70-b219-d94260460edf" providerId="ADAL" clId="{841BF6FD-3DB7-41E9-B320-79265F160705}" dt="2024-12-09T20:51:35.871" v="4284" actId="478"/>
          <ac:graphicFrameMkLst>
            <pc:docMk/>
            <pc:sldMk cId="1252476612" sldId="270"/>
            <ac:graphicFrameMk id="3" creationId="{E286AEC6-EE67-61B5-BF15-331B49BD206F}"/>
          </ac:graphicFrameMkLst>
        </pc:graphicFrameChg>
        <pc:graphicFrameChg chg="add mod">
          <ac:chgData name="Ben Kelly" userId="c94d8882-69fe-4a70-b219-d94260460edf" providerId="ADAL" clId="{841BF6FD-3DB7-41E9-B320-79265F160705}" dt="2024-12-09T20:58:44.460" v="4403"/>
          <ac:graphicFrameMkLst>
            <pc:docMk/>
            <pc:sldMk cId="1252476612" sldId="270"/>
            <ac:graphicFrameMk id="5" creationId="{E7760585-31F3-2929-A505-EA9B2E96250B}"/>
          </ac:graphicFrameMkLst>
        </pc:graphicFrameChg>
        <pc:graphicFrameChg chg="add del mod">
          <ac:chgData name="Ben Kelly" userId="c94d8882-69fe-4a70-b219-d94260460edf" providerId="ADAL" clId="{841BF6FD-3DB7-41E9-B320-79265F160705}" dt="2024-12-09T21:45:08.152" v="5105" actId="478"/>
          <ac:graphicFrameMkLst>
            <pc:docMk/>
            <pc:sldMk cId="1252476612" sldId="270"/>
            <ac:graphicFrameMk id="12" creationId="{3CD96594-6022-9F8B-637C-380A077FE2E9}"/>
          </ac:graphicFrameMkLst>
        </pc:graphicFrameChg>
        <pc:graphicFrameChg chg="add mod modGraphic">
          <ac:chgData name="Ben Kelly" userId="c94d8882-69fe-4a70-b219-d94260460edf" providerId="ADAL" clId="{841BF6FD-3DB7-41E9-B320-79265F160705}" dt="2024-12-09T21:57:32.294" v="5301" actId="1076"/>
          <ac:graphicFrameMkLst>
            <pc:docMk/>
            <pc:sldMk cId="1252476612" sldId="270"/>
            <ac:graphicFrameMk id="15" creationId="{4752D92F-147E-62AB-F30D-DD9EC3947C6F}"/>
          </ac:graphicFrameMkLst>
        </pc:graphicFrameChg>
        <pc:picChg chg="add del mod modCrop">
          <ac:chgData name="Ben Kelly" userId="c94d8882-69fe-4a70-b219-d94260460edf" providerId="ADAL" clId="{841BF6FD-3DB7-41E9-B320-79265F160705}" dt="2024-12-09T21:51:52.156" v="5147" actId="478"/>
          <ac:picMkLst>
            <pc:docMk/>
            <pc:sldMk cId="1252476612" sldId="270"/>
            <ac:picMk id="11" creationId="{9034D60F-6251-8108-86C2-08A1E6324461}"/>
          </ac:picMkLst>
        </pc:picChg>
        <pc:picChg chg="add del mod modCrop">
          <ac:chgData name="Ben Kelly" userId="c94d8882-69fe-4a70-b219-d94260460edf" providerId="ADAL" clId="{841BF6FD-3DB7-41E9-B320-79265F160705}" dt="2024-12-09T21:47:00.461" v="5115" actId="478"/>
          <ac:picMkLst>
            <pc:docMk/>
            <pc:sldMk cId="1252476612" sldId="270"/>
            <ac:picMk id="14" creationId="{72A2CDF2-B1BF-675B-AD4F-1B0D93726365}"/>
          </ac:picMkLst>
        </pc:picChg>
      </pc:sldChg>
      <pc:sldChg chg="addSp delSp modSp add mod modAnim">
        <pc:chgData name="Ben Kelly" userId="c94d8882-69fe-4a70-b219-d94260460edf" providerId="ADAL" clId="{841BF6FD-3DB7-41E9-B320-79265F160705}" dt="2024-12-10T00:02:20.513" v="7712" actId="20577"/>
        <pc:sldMkLst>
          <pc:docMk/>
          <pc:sldMk cId="4068249680" sldId="271"/>
        </pc:sldMkLst>
        <pc:spChg chg="mod">
          <ac:chgData name="Ben Kelly" userId="c94d8882-69fe-4a70-b219-d94260460edf" providerId="ADAL" clId="{841BF6FD-3DB7-41E9-B320-79265F160705}" dt="2024-12-09T20:59:13.957" v="4450" actId="20577"/>
          <ac:spMkLst>
            <pc:docMk/>
            <pc:sldMk cId="4068249680" sldId="271"/>
            <ac:spMk id="4" creationId="{BB28AD95-FEBE-622C-A530-49482E08AABE}"/>
          </ac:spMkLst>
        </pc:spChg>
        <pc:spChg chg="add del mod">
          <ac:chgData name="Ben Kelly" userId="c94d8882-69fe-4a70-b219-d94260460edf" providerId="ADAL" clId="{841BF6FD-3DB7-41E9-B320-79265F160705}" dt="2024-12-09T21:05:14.275" v="4541" actId="478"/>
          <ac:spMkLst>
            <pc:docMk/>
            <pc:sldMk cId="4068249680" sldId="271"/>
            <ac:spMk id="5" creationId="{B04D97C3-2A9D-1FF3-4F53-4C4B346425C5}"/>
          </ac:spMkLst>
        </pc:spChg>
        <pc:spChg chg="add mod">
          <ac:chgData name="Ben Kelly" userId="c94d8882-69fe-4a70-b219-d94260460edf" providerId="ADAL" clId="{841BF6FD-3DB7-41E9-B320-79265F160705}" dt="2024-12-09T21:03:11.557" v="4528" actId="208"/>
          <ac:spMkLst>
            <pc:docMk/>
            <pc:sldMk cId="4068249680" sldId="271"/>
            <ac:spMk id="6" creationId="{0E38E9A1-9D40-6AFF-462E-74FD45C8FCAC}"/>
          </ac:spMkLst>
        </pc:spChg>
        <pc:spChg chg="add mod">
          <ac:chgData name="Ben Kelly" userId="c94d8882-69fe-4a70-b219-d94260460edf" providerId="ADAL" clId="{841BF6FD-3DB7-41E9-B320-79265F160705}" dt="2024-12-10T00:02:20.513" v="7712" actId="20577"/>
          <ac:spMkLst>
            <pc:docMk/>
            <pc:sldMk cId="4068249680" sldId="271"/>
            <ac:spMk id="7" creationId="{9ED2470A-733D-BBC9-FC96-007E8533525B}"/>
          </ac:spMkLst>
        </pc:spChg>
        <pc:graphicFrameChg chg="add mod">
          <ac:chgData name="Ben Kelly" userId="c94d8882-69fe-4a70-b219-d94260460edf" providerId="ADAL" clId="{841BF6FD-3DB7-41E9-B320-79265F160705}" dt="2024-12-09T21:05:13.300" v="4539" actId="1076"/>
          <ac:graphicFrameMkLst>
            <pc:docMk/>
            <pc:sldMk cId="4068249680" sldId="271"/>
            <ac:graphicFrameMk id="2" creationId="{4EBED163-DC09-1D8F-4FA7-0176994D8D5A}"/>
          </ac:graphicFrameMkLst>
        </pc:graphicFrameChg>
        <pc:graphicFrameChg chg="add del mod">
          <ac:chgData name="Ben Kelly" userId="c94d8882-69fe-4a70-b219-d94260460edf" providerId="ADAL" clId="{841BF6FD-3DB7-41E9-B320-79265F160705}" dt="2024-12-09T21:05:13.694" v="4540" actId="478"/>
          <ac:graphicFrameMkLst>
            <pc:docMk/>
            <pc:sldMk cId="4068249680" sldId="271"/>
            <ac:graphicFrameMk id="3" creationId="{D8137E88-D33D-FD53-5BB7-0EEFBFF1A0C1}"/>
          </ac:graphicFrameMkLst>
        </pc:graphicFrameChg>
      </pc:sldChg>
      <pc:sldChg chg="addSp delSp modSp add mod delAnim modAnim">
        <pc:chgData name="Ben Kelly" userId="c94d8882-69fe-4a70-b219-d94260460edf" providerId="ADAL" clId="{841BF6FD-3DB7-41E9-B320-79265F160705}" dt="2024-12-10T00:02:25.287" v="7714" actId="20577"/>
        <pc:sldMkLst>
          <pc:docMk/>
          <pc:sldMk cId="1698871592" sldId="272"/>
        </pc:sldMkLst>
        <pc:spChg chg="del">
          <ac:chgData name="Ben Kelly" userId="c94d8882-69fe-4a70-b219-d94260460edf" providerId="ADAL" clId="{841BF6FD-3DB7-41E9-B320-79265F160705}" dt="2024-12-09T21:05:19.364" v="4542" actId="478"/>
          <ac:spMkLst>
            <pc:docMk/>
            <pc:sldMk cId="1698871592" sldId="272"/>
            <ac:spMk id="5" creationId="{B04D97C3-2A9D-1FF3-4F53-4C4B346425C5}"/>
          </ac:spMkLst>
        </pc:spChg>
        <pc:spChg chg="del">
          <ac:chgData name="Ben Kelly" userId="c94d8882-69fe-4a70-b219-d94260460edf" providerId="ADAL" clId="{841BF6FD-3DB7-41E9-B320-79265F160705}" dt="2024-12-09T21:03:33.820" v="4532" actId="478"/>
          <ac:spMkLst>
            <pc:docMk/>
            <pc:sldMk cId="1698871592" sldId="272"/>
            <ac:spMk id="6" creationId="{0E38E9A1-9D40-6AFF-462E-74FD45C8FCAC}"/>
          </ac:spMkLst>
        </pc:spChg>
        <pc:spChg chg="add mod">
          <ac:chgData name="Ben Kelly" userId="c94d8882-69fe-4a70-b219-d94260460edf" providerId="ADAL" clId="{841BF6FD-3DB7-41E9-B320-79265F160705}" dt="2024-12-09T21:15:25.509" v="4703" actId="14100"/>
          <ac:spMkLst>
            <pc:docMk/>
            <pc:sldMk cId="1698871592" sldId="272"/>
            <ac:spMk id="9" creationId="{3C6C6DC9-D693-86DD-C121-475C0D4C95D5}"/>
          </ac:spMkLst>
        </pc:spChg>
        <pc:spChg chg="add mod">
          <ac:chgData name="Ben Kelly" userId="c94d8882-69fe-4a70-b219-d94260460edf" providerId="ADAL" clId="{841BF6FD-3DB7-41E9-B320-79265F160705}" dt="2024-12-09T21:17:00.727" v="4713" actId="14100"/>
          <ac:spMkLst>
            <pc:docMk/>
            <pc:sldMk cId="1698871592" sldId="272"/>
            <ac:spMk id="10" creationId="{B8980864-364E-2C92-27C6-D056ED5A2534}"/>
          </ac:spMkLst>
        </pc:spChg>
        <pc:spChg chg="add mod">
          <ac:chgData name="Ben Kelly" userId="c94d8882-69fe-4a70-b219-d94260460edf" providerId="ADAL" clId="{841BF6FD-3DB7-41E9-B320-79265F160705}" dt="2024-12-09T21:15:55.158" v="4710" actId="164"/>
          <ac:spMkLst>
            <pc:docMk/>
            <pc:sldMk cId="1698871592" sldId="272"/>
            <ac:spMk id="11" creationId="{F58E16DE-4007-CF74-6B1B-CB317BE36EFA}"/>
          </ac:spMkLst>
        </pc:spChg>
        <pc:spChg chg="add mod">
          <ac:chgData name="Ben Kelly" userId="c94d8882-69fe-4a70-b219-d94260460edf" providerId="ADAL" clId="{841BF6FD-3DB7-41E9-B320-79265F160705}" dt="2024-12-10T00:02:25.287" v="7714" actId="20577"/>
          <ac:spMkLst>
            <pc:docMk/>
            <pc:sldMk cId="1698871592" sldId="272"/>
            <ac:spMk id="13" creationId="{878B0ACB-6DDA-86C1-A8BB-670C84B70C3A}"/>
          </ac:spMkLst>
        </pc:spChg>
        <pc:grpChg chg="add mod">
          <ac:chgData name="Ben Kelly" userId="c94d8882-69fe-4a70-b219-d94260460edf" providerId="ADAL" clId="{841BF6FD-3DB7-41E9-B320-79265F160705}" dt="2024-12-09T21:19:23.335" v="4748" actId="1076"/>
          <ac:grpSpMkLst>
            <pc:docMk/>
            <pc:sldMk cId="1698871592" sldId="272"/>
            <ac:grpSpMk id="12" creationId="{47A85775-CC72-A0BC-575D-6E4042EFFD49}"/>
          </ac:grpSpMkLst>
        </pc:grpChg>
        <pc:graphicFrameChg chg="del">
          <ac:chgData name="Ben Kelly" userId="c94d8882-69fe-4a70-b219-d94260460edf" providerId="ADAL" clId="{841BF6FD-3DB7-41E9-B320-79265F160705}" dt="2024-12-09T21:03:33.080" v="4531" actId="478"/>
          <ac:graphicFrameMkLst>
            <pc:docMk/>
            <pc:sldMk cId="1698871592" sldId="272"/>
            <ac:graphicFrameMk id="2" creationId="{4EBED163-DC09-1D8F-4FA7-0176994D8D5A}"/>
          </ac:graphicFrameMkLst>
        </pc:graphicFrameChg>
        <pc:graphicFrameChg chg="del">
          <ac:chgData name="Ben Kelly" userId="c94d8882-69fe-4a70-b219-d94260460edf" providerId="ADAL" clId="{841BF6FD-3DB7-41E9-B320-79265F160705}" dt="2024-12-09T21:05:19.913" v="4543" actId="478"/>
          <ac:graphicFrameMkLst>
            <pc:docMk/>
            <pc:sldMk cId="1698871592" sldId="272"/>
            <ac:graphicFrameMk id="3" creationId="{D8137E88-D33D-FD53-5BB7-0EEFBFF1A0C1}"/>
          </ac:graphicFrameMkLst>
        </pc:graphicFrameChg>
        <pc:graphicFrameChg chg="add del mod">
          <ac:chgData name="Ben Kelly" userId="c94d8882-69fe-4a70-b219-d94260460edf" providerId="ADAL" clId="{841BF6FD-3DB7-41E9-B320-79265F160705}" dt="2024-12-09T21:14:28.616" v="4690" actId="478"/>
          <ac:graphicFrameMkLst>
            <pc:docMk/>
            <pc:sldMk cId="1698871592" sldId="272"/>
            <ac:graphicFrameMk id="7" creationId="{537A6B63-4D0B-C5D5-CF68-EB5958AB1989}"/>
          </ac:graphicFrameMkLst>
        </pc:graphicFrameChg>
        <pc:graphicFrameChg chg="add mod">
          <ac:chgData name="Ben Kelly" userId="c94d8882-69fe-4a70-b219-d94260460edf" providerId="ADAL" clId="{841BF6FD-3DB7-41E9-B320-79265F160705}" dt="2024-12-09T21:19:09.129" v="4747"/>
          <ac:graphicFrameMkLst>
            <pc:docMk/>
            <pc:sldMk cId="1698871592" sldId="272"/>
            <ac:graphicFrameMk id="8" creationId="{2FB8732D-E2DF-A9FC-7CA5-F180F07028AE}"/>
          </ac:graphicFrameMkLst>
        </pc:graphicFrameChg>
      </pc:sldChg>
      <pc:sldChg chg="add del">
        <pc:chgData name="Ben Kelly" userId="c94d8882-69fe-4a70-b219-d94260460edf" providerId="ADAL" clId="{841BF6FD-3DB7-41E9-B320-79265F160705}" dt="2024-12-09T20:59:18.069" v="4452" actId="47"/>
        <pc:sldMkLst>
          <pc:docMk/>
          <pc:sldMk cId="3888263174" sldId="272"/>
        </pc:sldMkLst>
      </pc:sldChg>
      <pc:sldChg chg="addSp delSp modSp add mod ord delAnim">
        <pc:chgData name="Ben Kelly" userId="c94d8882-69fe-4a70-b219-d94260460edf" providerId="ADAL" clId="{841BF6FD-3DB7-41E9-B320-79265F160705}" dt="2024-12-10T00:02:10.566" v="7708" actId="20577"/>
        <pc:sldMkLst>
          <pc:docMk/>
          <pc:sldMk cId="1565977434" sldId="273"/>
        </pc:sldMkLst>
        <pc:spChg chg="mod">
          <ac:chgData name="Ben Kelly" userId="c94d8882-69fe-4a70-b219-d94260460edf" providerId="ADAL" clId="{841BF6FD-3DB7-41E9-B320-79265F160705}" dt="2024-12-09T21:21:53.604" v="4761" actId="1076"/>
          <ac:spMkLst>
            <pc:docMk/>
            <pc:sldMk cId="1565977434" sldId="273"/>
            <ac:spMk id="5" creationId="{B04D97C3-2A9D-1FF3-4F53-4C4B346425C5}"/>
          </ac:spMkLst>
        </pc:spChg>
        <pc:spChg chg="del">
          <ac:chgData name="Ben Kelly" userId="c94d8882-69fe-4a70-b219-d94260460edf" providerId="ADAL" clId="{841BF6FD-3DB7-41E9-B320-79265F160705}" dt="2024-12-09T21:17:48.291" v="4718" actId="478"/>
          <ac:spMkLst>
            <pc:docMk/>
            <pc:sldMk cId="1565977434" sldId="273"/>
            <ac:spMk id="6" creationId="{0E38E9A1-9D40-6AFF-462E-74FD45C8FCAC}"/>
          </ac:spMkLst>
        </pc:spChg>
        <pc:spChg chg="add mod">
          <ac:chgData name="Ben Kelly" userId="c94d8882-69fe-4a70-b219-d94260460edf" providerId="ADAL" clId="{841BF6FD-3DB7-41E9-B320-79265F160705}" dt="2024-12-09T21:28:27.378" v="4861" actId="1076"/>
          <ac:spMkLst>
            <pc:docMk/>
            <pc:sldMk cId="1565977434" sldId="273"/>
            <ac:spMk id="9" creationId="{DA46456C-D963-23D9-EEA2-0747311BBE0D}"/>
          </ac:spMkLst>
        </pc:spChg>
        <pc:spChg chg="add mod">
          <ac:chgData name="Ben Kelly" userId="c94d8882-69fe-4a70-b219-d94260460edf" providerId="ADAL" clId="{841BF6FD-3DB7-41E9-B320-79265F160705}" dt="2024-12-09T21:22:48.082" v="4772" actId="164"/>
          <ac:spMkLst>
            <pc:docMk/>
            <pc:sldMk cId="1565977434" sldId="273"/>
            <ac:spMk id="12" creationId="{99C27422-A966-8CA5-D288-0AB01DAC0EC1}"/>
          </ac:spMkLst>
        </pc:spChg>
        <pc:spChg chg="add">
          <ac:chgData name="Ben Kelly" userId="c94d8882-69fe-4a70-b219-d94260460edf" providerId="ADAL" clId="{841BF6FD-3DB7-41E9-B320-79265F160705}" dt="2024-12-09T21:23:56.570" v="4798"/>
          <ac:spMkLst>
            <pc:docMk/>
            <pc:sldMk cId="1565977434" sldId="273"/>
            <ac:spMk id="14" creationId="{E0A65CA1-6658-5712-25CB-CC8FBF33A0AC}"/>
          </ac:spMkLst>
        </pc:spChg>
        <pc:spChg chg="add mod">
          <ac:chgData name="Ben Kelly" userId="c94d8882-69fe-4a70-b219-d94260460edf" providerId="ADAL" clId="{841BF6FD-3DB7-41E9-B320-79265F160705}" dt="2024-12-09T21:24:06.777" v="4801" actId="14100"/>
          <ac:spMkLst>
            <pc:docMk/>
            <pc:sldMk cId="1565977434" sldId="273"/>
            <ac:spMk id="15" creationId="{72A6073A-B627-E3DA-F431-7E4060806436}"/>
          </ac:spMkLst>
        </pc:spChg>
        <pc:spChg chg="add">
          <ac:chgData name="Ben Kelly" userId="c94d8882-69fe-4a70-b219-d94260460edf" providerId="ADAL" clId="{841BF6FD-3DB7-41E9-B320-79265F160705}" dt="2024-12-09T21:24:19.344" v="4802"/>
          <ac:spMkLst>
            <pc:docMk/>
            <pc:sldMk cId="1565977434" sldId="273"/>
            <ac:spMk id="16" creationId="{76EF8991-F453-5C0D-D63F-51C4AF4783A5}"/>
          </ac:spMkLst>
        </pc:spChg>
        <pc:spChg chg="add del mod">
          <ac:chgData name="Ben Kelly" userId="c94d8882-69fe-4a70-b219-d94260460edf" providerId="ADAL" clId="{841BF6FD-3DB7-41E9-B320-79265F160705}" dt="2024-12-09T21:25:59.867" v="4820" actId="11529"/>
          <ac:spMkLst>
            <pc:docMk/>
            <pc:sldMk cId="1565977434" sldId="273"/>
            <ac:spMk id="19" creationId="{E6B14841-DFB6-7D11-7967-78D468109B66}"/>
          </ac:spMkLst>
        </pc:spChg>
        <pc:spChg chg="add mod">
          <ac:chgData name="Ben Kelly" userId="c94d8882-69fe-4a70-b219-d94260460edf" providerId="ADAL" clId="{841BF6FD-3DB7-41E9-B320-79265F160705}" dt="2024-12-09T21:26:57.067" v="4835" actId="164"/>
          <ac:spMkLst>
            <pc:docMk/>
            <pc:sldMk cId="1565977434" sldId="273"/>
            <ac:spMk id="23" creationId="{7758264A-450D-9D84-43D8-5D34B19EA504}"/>
          </ac:spMkLst>
        </pc:spChg>
        <pc:spChg chg="add mod">
          <ac:chgData name="Ben Kelly" userId="c94d8882-69fe-4a70-b219-d94260460edf" providerId="ADAL" clId="{841BF6FD-3DB7-41E9-B320-79265F160705}" dt="2024-12-10T00:02:10.566" v="7708" actId="20577"/>
          <ac:spMkLst>
            <pc:docMk/>
            <pc:sldMk cId="1565977434" sldId="273"/>
            <ac:spMk id="25" creationId="{336A346B-642C-3C95-3D96-0BAD62B6EFF1}"/>
          </ac:spMkLst>
        </pc:spChg>
        <pc:grpChg chg="add mod ord">
          <ac:chgData name="Ben Kelly" userId="c94d8882-69fe-4a70-b219-d94260460edf" providerId="ADAL" clId="{841BF6FD-3DB7-41E9-B320-79265F160705}" dt="2024-12-09T21:27:23.746" v="4855" actId="1035"/>
          <ac:grpSpMkLst>
            <pc:docMk/>
            <pc:sldMk cId="1565977434" sldId="273"/>
            <ac:grpSpMk id="7" creationId="{FA55C0B5-9161-0735-1B48-856E729CE858}"/>
          </ac:grpSpMkLst>
        </pc:grpChg>
        <pc:grpChg chg="add del mod">
          <ac:chgData name="Ben Kelly" userId="c94d8882-69fe-4a70-b219-d94260460edf" providerId="ADAL" clId="{841BF6FD-3DB7-41E9-B320-79265F160705}" dt="2024-12-09T21:25:30.505" v="4803" actId="478"/>
          <ac:grpSpMkLst>
            <pc:docMk/>
            <pc:sldMk cId="1565977434" sldId="273"/>
            <ac:grpSpMk id="13" creationId="{79A00150-4AB0-1856-5019-AB03F5141BAE}"/>
          </ac:grpSpMkLst>
        </pc:grpChg>
        <pc:grpChg chg="add mod">
          <ac:chgData name="Ben Kelly" userId="c94d8882-69fe-4a70-b219-d94260460edf" providerId="ADAL" clId="{841BF6FD-3DB7-41E9-B320-79265F160705}" dt="2024-12-09T21:25:57.949" v="4817" actId="164"/>
          <ac:grpSpMkLst>
            <pc:docMk/>
            <pc:sldMk cId="1565977434" sldId="273"/>
            <ac:grpSpMk id="20" creationId="{6C1A2B5A-45B7-4157-2B68-4B78D1E8BDC5}"/>
          </ac:grpSpMkLst>
        </pc:grpChg>
        <pc:grpChg chg="add mod ord">
          <ac:chgData name="Ben Kelly" userId="c94d8882-69fe-4a70-b219-d94260460edf" providerId="ADAL" clId="{841BF6FD-3DB7-41E9-B320-79265F160705}" dt="2024-12-09T21:27:15.105" v="4843" actId="1076"/>
          <ac:grpSpMkLst>
            <pc:docMk/>
            <pc:sldMk cId="1565977434" sldId="273"/>
            <ac:grpSpMk id="24" creationId="{23A500BC-4B59-E057-32EC-8E32FA62C9F6}"/>
          </ac:grpSpMkLst>
        </pc:grpChg>
        <pc:graphicFrameChg chg="del">
          <ac:chgData name="Ben Kelly" userId="c94d8882-69fe-4a70-b219-d94260460edf" providerId="ADAL" clId="{841BF6FD-3DB7-41E9-B320-79265F160705}" dt="2024-12-09T21:17:47.534" v="4717" actId="478"/>
          <ac:graphicFrameMkLst>
            <pc:docMk/>
            <pc:sldMk cId="1565977434" sldId="273"/>
            <ac:graphicFrameMk id="2" creationId="{4EBED163-DC09-1D8F-4FA7-0176994D8D5A}"/>
          </ac:graphicFrameMkLst>
        </pc:graphicFrameChg>
        <pc:graphicFrameChg chg="mod">
          <ac:chgData name="Ben Kelly" userId="c94d8882-69fe-4a70-b219-d94260460edf" providerId="ADAL" clId="{841BF6FD-3DB7-41E9-B320-79265F160705}" dt="2024-12-09T21:21:51.302" v="4759" actId="1076"/>
          <ac:graphicFrameMkLst>
            <pc:docMk/>
            <pc:sldMk cId="1565977434" sldId="273"/>
            <ac:graphicFrameMk id="3" creationId="{D8137E88-D33D-FD53-5BB7-0EEFBFF1A0C1}"/>
          </ac:graphicFrameMkLst>
        </pc:graphicFrameChg>
        <pc:picChg chg="add mod modCrop">
          <ac:chgData name="Ben Kelly" userId="c94d8882-69fe-4a70-b219-d94260460edf" providerId="ADAL" clId="{841BF6FD-3DB7-41E9-B320-79265F160705}" dt="2024-12-09T21:22:48.082" v="4772" actId="164"/>
          <ac:picMkLst>
            <pc:docMk/>
            <pc:sldMk cId="1565977434" sldId="273"/>
            <ac:picMk id="11" creationId="{2EE03A3F-123B-7CA4-11AC-67AB5F3C5111}"/>
          </ac:picMkLst>
        </pc:picChg>
        <pc:picChg chg="add del mod ord">
          <ac:chgData name="Ben Kelly" userId="c94d8882-69fe-4a70-b219-d94260460edf" providerId="ADAL" clId="{841BF6FD-3DB7-41E9-B320-79265F160705}" dt="2024-12-09T21:26:08.152" v="4828" actId="478"/>
          <ac:picMkLst>
            <pc:docMk/>
            <pc:sldMk cId="1565977434" sldId="273"/>
            <ac:picMk id="18" creationId="{2BFF907A-1839-26BE-0848-D3360DE66DA7}"/>
          </ac:picMkLst>
        </pc:picChg>
        <pc:picChg chg="add mod">
          <ac:chgData name="Ben Kelly" userId="c94d8882-69fe-4a70-b219-d94260460edf" providerId="ADAL" clId="{841BF6FD-3DB7-41E9-B320-79265F160705}" dt="2024-12-09T21:26:57.067" v="4835" actId="164"/>
          <ac:picMkLst>
            <pc:docMk/>
            <pc:sldMk cId="1565977434" sldId="273"/>
            <ac:picMk id="22" creationId="{F5C6ACDF-076F-E52A-68D4-E623FE67AB62}"/>
          </ac:picMkLst>
        </pc:picChg>
      </pc:sldChg>
      <pc:sldChg chg="addSp delSp modSp add mod setBg">
        <pc:chgData name="Ben Kelly" userId="c94d8882-69fe-4a70-b219-d94260460edf" providerId="ADAL" clId="{841BF6FD-3DB7-41E9-B320-79265F160705}" dt="2024-12-10T00:02:15.420" v="7710" actId="20577"/>
        <pc:sldMkLst>
          <pc:docMk/>
          <pc:sldMk cId="814635275" sldId="274"/>
        </pc:sldMkLst>
        <pc:spChg chg="add mod">
          <ac:chgData name="Ben Kelly" userId="c94d8882-69fe-4a70-b219-d94260460edf" providerId="ADAL" clId="{841BF6FD-3DB7-41E9-B320-79265F160705}" dt="2024-12-10T00:02:15.420" v="7710" actId="20577"/>
          <ac:spMkLst>
            <pc:docMk/>
            <pc:sldMk cId="814635275" sldId="274"/>
            <ac:spMk id="2" creationId="{7FCB20F0-62B0-DC42-88A1-F1DA8D3AC508}"/>
          </ac:spMkLst>
        </pc:spChg>
        <pc:spChg chg="mod">
          <ac:chgData name="Ben Kelly" userId="c94d8882-69fe-4a70-b219-d94260460edf" providerId="ADAL" clId="{841BF6FD-3DB7-41E9-B320-79265F160705}" dt="2024-12-09T21:29:11.607" v="4865" actId="26606"/>
          <ac:spMkLst>
            <pc:docMk/>
            <pc:sldMk cId="814635275" sldId="274"/>
            <ac:spMk id="4" creationId="{BB28AD95-FEBE-622C-A530-49482E08AABE}"/>
          </ac:spMkLst>
        </pc:spChg>
        <pc:spChg chg="del topLvl">
          <ac:chgData name="Ben Kelly" userId="c94d8882-69fe-4a70-b219-d94260460edf" providerId="ADAL" clId="{841BF6FD-3DB7-41E9-B320-79265F160705}" dt="2024-12-09T21:28:18.221" v="4858" actId="478"/>
          <ac:spMkLst>
            <pc:docMk/>
            <pc:sldMk cId="814635275" sldId="274"/>
            <ac:spMk id="5" creationId="{B04D97C3-2A9D-1FF3-4F53-4C4B346425C5}"/>
          </ac:spMkLst>
        </pc:spChg>
        <pc:spChg chg="mod">
          <ac:chgData name="Ben Kelly" userId="c94d8882-69fe-4a70-b219-d94260460edf" providerId="ADAL" clId="{841BF6FD-3DB7-41E9-B320-79265F160705}" dt="2024-12-09T21:29:11.607" v="4865" actId="26606"/>
          <ac:spMkLst>
            <pc:docMk/>
            <pc:sldMk cId="814635275" sldId="274"/>
            <ac:spMk id="9" creationId="{DA46456C-D963-23D9-EEA2-0747311BBE0D}"/>
          </ac:spMkLst>
        </pc:spChg>
        <pc:spChg chg="add del">
          <ac:chgData name="Ben Kelly" userId="c94d8882-69fe-4a70-b219-d94260460edf" providerId="ADAL" clId="{841BF6FD-3DB7-41E9-B320-79265F160705}" dt="2024-12-09T21:29:11.607" v="4865" actId="26606"/>
          <ac:spMkLst>
            <pc:docMk/>
            <pc:sldMk cId="814635275" sldId="274"/>
            <ac:spMk id="15367" creationId="{0D7B6173-1D58-48E2-83CF-37350F315F75}"/>
          </ac:spMkLst>
        </pc:spChg>
        <pc:spChg chg="add del">
          <ac:chgData name="Ben Kelly" userId="c94d8882-69fe-4a70-b219-d94260460edf" providerId="ADAL" clId="{841BF6FD-3DB7-41E9-B320-79265F160705}" dt="2024-12-09T21:29:11.607" v="4865" actId="26606"/>
          <ac:spMkLst>
            <pc:docMk/>
            <pc:sldMk cId="814635275" sldId="274"/>
            <ac:spMk id="15369" creationId="{02EBFA83-D4DB-4CA0-B229-9E44634D7FE9}"/>
          </ac:spMkLst>
        </pc:spChg>
        <pc:spChg chg="add del">
          <ac:chgData name="Ben Kelly" userId="c94d8882-69fe-4a70-b219-d94260460edf" providerId="ADAL" clId="{841BF6FD-3DB7-41E9-B320-79265F160705}" dt="2024-12-09T21:29:11.607" v="4865" actId="26606"/>
          <ac:spMkLst>
            <pc:docMk/>
            <pc:sldMk cId="814635275" sldId="274"/>
            <ac:spMk id="15373" creationId="{21BDEC81-16A7-4451-B893-C15000083B77}"/>
          </ac:spMkLst>
        </pc:spChg>
        <pc:spChg chg="add del">
          <ac:chgData name="Ben Kelly" userId="c94d8882-69fe-4a70-b219-d94260460edf" providerId="ADAL" clId="{841BF6FD-3DB7-41E9-B320-79265F160705}" dt="2024-12-09T21:29:11.607" v="4865" actId="26606"/>
          <ac:spMkLst>
            <pc:docMk/>
            <pc:sldMk cId="814635275" sldId="274"/>
            <ac:spMk id="15375" creationId="{26A515A1-4D80-430E-BE0A-71A290516A82}"/>
          </ac:spMkLst>
        </pc:spChg>
        <pc:grpChg chg="del">
          <ac:chgData name="Ben Kelly" userId="c94d8882-69fe-4a70-b219-d94260460edf" providerId="ADAL" clId="{841BF6FD-3DB7-41E9-B320-79265F160705}" dt="2024-12-09T21:28:18.221" v="4858" actId="478"/>
          <ac:grpSpMkLst>
            <pc:docMk/>
            <pc:sldMk cId="814635275" sldId="274"/>
            <ac:grpSpMk id="7" creationId="{FA55C0B5-9161-0735-1B48-856E729CE858}"/>
          </ac:grpSpMkLst>
        </pc:grpChg>
        <pc:grpChg chg="del">
          <ac:chgData name="Ben Kelly" userId="c94d8882-69fe-4a70-b219-d94260460edf" providerId="ADAL" clId="{841BF6FD-3DB7-41E9-B320-79265F160705}" dt="2024-12-09T21:28:15.407" v="4857" actId="478"/>
          <ac:grpSpMkLst>
            <pc:docMk/>
            <pc:sldMk cId="814635275" sldId="274"/>
            <ac:grpSpMk id="24" creationId="{23A500BC-4B59-E057-32EC-8E32FA62C9F6}"/>
          </ac:grpSpMkLst>
        </pc:grpChg>
        <pc:graphicFrameChg chg="del topLvl">
          <ac:chgData name="Ben Kelly" userId="c94d8882-69fe-4a70-b219-d94260460edf" providerId="ADAL" clId="{841BF6FD-3DB7-41E9-B320-79265F160705}" dt="2024-12-09T21:28:18.857" v="4859" actId="478"/>
          <ac:graphicFrameMkLst>
            <pc:docMk/>
            <pc:sldMk cId="814635275" sldId="274"/>
            <ac:graphicFrameMk id="3" creationId="{D8137E88-D33D-FD53-5BB7-0EEFBFF1A0C1}"/>
          </ac:graphicFrameMkLst>
        </pc:graphicFrameChg>
        <pc:picChg chg="add mod ord">
          <ac:chgData name="Ben Kelly" userId="c94d8882-69fe-4a70-b219-d94260460edf" providerId="ADAL" clId="{841BF6FD-3DB7-41E9-B320-79265F160705}" dt="2024-12-09T21:31:01.178" v="4871" actId="1076"/>
          <ac:picMkLst>
            <pc:docMk/>
            <pc:sldMk cId="814635275" sldId="274"/>
            <ac:picMk id="15362" creationId="{DC3289D1-F1B6-643A-A24C-D6D638E9C6A9}"/>
          </ac:picMkLst>
        </pc:picChg>
        <pc:picChg chg="add del">
          <ac:chgData name="Ben Kelly" userId="c94d8882-69fe-4a70-b219-d94260460edf" providerId="ADAL" clId="{841BF6FD-3DB7-41E9-B320-79265F160705}" dt="2024-12-09T21:29:11.607" v="4865" actId="26606"/>
          <ac:picMkLst>
            <pc:docMk/>
            <pc:sldMk cId="814635275" sldId="274"/>
            <ac:picMk id="15371" creationId="{B0DAC8FB-A162-44E3-A606-C855A03A5B09}"/>
          </ac:picMkLst>
        </pc:picChg>
      </pc:sldChg>
      <pc:sldChg chg="addSp delSp modSp add mod">
        <pc:chgData name="Ben Kelly" userId="c94d8882-69fe-4a70-b219-d94260460edf" providerId="ADAL" clId="{841BF6FD-3DB7-41E9-B320-79265F160705}" dt="2024-12-09T21:38:06.153" v="5032" actId="1076"/>
        <pc:sldMkLst>
          <pc:docMk/>
          <pc:sldMk cId="2006751314" sldId="275"/>
        </pc:sldMkLst>
        <pc:spChg chg="add mod">
          <ac:chgData name="Ben Kelly" userId="c94d8882-69fe-4a70-b219-d94260460edf" providerId="ADAL" clId="{841BF6FD-3DB7-41E9-B320-79265F160705}" dt="2024-12-09T21:34:36.598" v="4873"/>
          <ac:spMkLst>
            <pc:docMk/>
            <pc:sldMk cId="2006751314" sldId="275"/>
            <ac:spMk id="3" creationId="{75FD4A0F-AA85-9AC7-14FD-DD50DC2D9C6B}"/>
          </ac:spMkLst>
        </pc:spChg>
        <pc:spChg chg="add mod">
          <ac:chgData name="Ben Kelly" userId="c94d8882-69fe-4a70-b219-d94260460edf" providerId="ADAL" clId="{841BF6FD-3DB7-41E9-B320-79265F160705}" dt="2024-12-09T21:38:06.153" v="5032" actId="1076"/>
          <ac:spMkLst>
            <pc:docMk/>
            <pc:sldMk cId="2006751314" sldId="275"/>
            <ac:spMk id="7" creationId="{E904AB89-231E-9420-D9B2-CE84D20D1097}"/>
          </ac:spMkLst>
        </pc:spChg>
        <pc:spChg chg="del">
          <ac:chgData name="Ben Kelly" userId="c94d8882-69fe-4a70-b219-d94260460edf" providerId="ADAL" clId="{841BF6FD-3DB7-41E9-B320-79265F160705}" dt="2024-12-09T21:36:39.940" v="4896" actId="478"/>
          <ac:spMkLst>
            <pc:docMk/>
            <pc:sldMk cId="2006751314" sldId="275"/>
            <ac:spMk id="8" creationId="{E3B04FA7-2ED5-2C2D-BE0C-8F358C8B7B38}"/>
          </ac:spMkLst>
        </pc:spChg>
        <pc:spChg chg="del">
          <ac:chgData name="Ben Kelly" userId="c94d8882-69fe-4a70-b219-d94260460edf" providerId="ADAL" clId="{841BF6FD-3DB7-41E9-B320-79265F160705}" dt="2024-12-09T21:36:15.901" v="4889" actId="478"/>
          <ac:spMkLst>
            <pc:docMk/>
            <pc:sldMk cId="2006751314" sldId="275"/>
            <ac:spMk id="10" creationId="{E94E343D-4BBD-809C-4CEE-2EC0847835D3}"/>
          </ac:spMkLst>
        </pc:spChg>
        <pc:spChg chg="del">
          <ac:chgData name="Ben Kelly" userId="c94d8882-69fe-4a70-b219-d94260460edf" providerId="ADAL" clId="{841BF6FD-3DB7-41E9-B320-79265F160705}" dt="2024-12-09T21:36:17.200" v="4890" actId="478"/>
          <ac:spMkLst>
            <pc:docMk/>
            <pc:sldMk cId="2006751314" sldId="275"/>
            <ac:spMk id="11" creationId="{F27E1DD8-4868-2EA2-9AA9-14CA645C2B57}"/>
          </ac:spMkLst>
        </pc:spChg>
        <pc:spChg chg="del">
          <ac:chgData name="Ben Kelly" userId="c94d8882-69fe-4a70-b219-d94260460edf" providerId="ADAL" clId="{841BF6FD-3DB7-41E9-B320-79265F160705}" dt="2024-12-09T21:36:14.220" v="4888" actId="478"/>
          <ac:spMkLst>
            <pc:docMk/>
            <pc:sldMk cId="2006751314" sldId="275"/>
            <ac:spMk id="12" creationId="{B8A9E40E-4A62-2936-3617-739D1E313A13}"/>
          </ac:spMkLst>
        </pc:spChg>
        <pc:spChg chg="del">
          <ac:chgData name="Ben Kelly" userId="c94d8882-69fe-4a70-b219-d94260460edf" providerId="ADAL" clId="{841BF6FD-3DB7-41E9-B320-79265F160705}" dt="2024-12-09T21:36:18.590" v="4892" actId="478"/>
          <ac:spMkLst>
            <pc:docMk/>
            <pc:sldMk cId="2006751314" sldId="275"/>
            <ac:spMk id="13" creationId="{77B5B57F-5111-B7D2-A8BF-95FAD05FBCD3}"/>
          </ac:spMkLst>
        </pc:spChg>
        <pc:spChg chg="del">
          <ac:chgData name="Ben Kelly" userId="c94d8882-69fe-4a70-b219-d94260460edf" providerId="ADAL" clId="{841BF6FD-3DB7-41E9-B320-79265F160705}" dt="2024-12-09T21:36:18.013" v="4891" actId="478"/>
          <ac:spMkLst>
            <pc:docMk/>
            <pc:sldMk cId="2006751314" sldId="275"/>
            <ac:spMk id="14" creationId="{0A8A26DF-5C52-14A9-3D89-104A6BE2A99E}"/>
          </ac:spMkLst>
        </pc:spChg>
        <pc:picChg chg="add mod">
          <ac:chgData name="Ben Kelly" userId="c94d8882-69fe-4a70-b219-d94260460edf" providerId="ADAL" clId="{841BF6FD-3DB7-41E9-B320-79265F160705}" dt="2024-12-09T21:36:06.369" v="4887" actId="1036"/>
          <ac:picMkLst>
            <pc:docMk/>
            <pc:sldMk cId="2006751314" sldId="275"/>
            <ac:picMk id="16386" creationId="{E2A27DB9-4B7A-4CA2-5B88-F6926A4BE6A5}"/>
          </ac:picMkLst>
        </pc:picChg>
        <pc:picChg chg="add mod">
          <ac:chgData name="Ben Kelly" userId="c94d8882-69fe-4a70-b219-d94260460edf" providerId="ADAL" clId="{841BF6FD-3DB7-41E9-B320-79265F160705}" dt="2024-12-09T21:38:02.980" v="5031" actId="1076"/>
          <ac:picMkLst>
            <pc:docMk/>
            <pc:sldMk cId="2006751314" sldId="275"/>
            <ac:picMk id="16388" creationId="{B23349A1-66FA-842F-1554-2D5F8F2D53A0}"/>
          </ac:picMkLst>
        </pc:picChg>
      </pc:sldChg>
      <pc:sldChg chg="addSp delSp modSp add mod">
        <pc:chgData name="Ben Kelly" userId="c94d8882-69fe-4a70-b219-d94260460edf" providerId="ADAL" clId="{841BF6FD-3DB7-41E9-B320-79265F160705}" dt="2024-12-09T22:27:14.379" v="6389" actId="20577"/>
        <pc:sldMkLst>
          <pc:docMk/>
          <pc:sldMk cId="2755424033" sldId="276"/>
        </pc:sldMkLst>
        <pc:spChg chg="add mod">
          <ac:chgData name="Ben Kelly" userId="c94d8882-69fe-4a70-b219-d94260460edf" providerId="ADAL" clId="{841BF6FD-3DB7-41E9-B320-79265F160705}" dt="2024-12-09T22:04:03.546" v="5499" actId="20577"/>
          <ac:spMkLst>
            <pc:docMk/>
            <pc:sldMk cId="2755424033" sldId="276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2:27:14.379" v="6389" actId="20577"/>
          <ac:spMkLst>
            <pc:docMk/>
            <pc:sldMk cId="2755424033" sldId="276"/>
            <ac:spMk id="4" creationId="{BB28AD95-FEBE-622C-A530-49482E08AABE}"/>
          </ac:spMkLst>
        </pc:spChg>
        <pc:spChg chg="add mod">
          <ac:chgData name="Ben Kelly" userId="c94d8882-69fe-4a70-b219-d94260460edf" providerId="ADAL" clId="{841BF6FD-3DB7-41E9-B320-79265F160705}" dt="2024-12-09T22:05:22.251" v="5546" actId="1038"/>
          <ac:spMkLst>
            <pc:docMk/>
            <pc:sldMk cId="2755424033" sldId="276"/>
            <ac:spMk id="5" creationId="{ABBB5EA6-8227-EBF6-ACAA-818CA6077BD2}"/>
          </ac:spMkLst>
        </pc:spChg>
        <pc:spChg chg="mod">
          <ac:chgData name="Ben Kelly" userId="c94d8882-69fe-4a70-b219-d94260460edf" providerId="ADAL" clId="{841BF6FD-3DB7-41E9-B320-79265F160705}" dt="2024-12-09T22:00:14.121" v="5368" actId="1076"/>
          <ac:spMkLst>
            <pc:docMk/>
            <pc:sldMk cId="2755424033" sldId="276"/>
            <ac:spMk id="7" creationId="{BD86E502-D71E-F0B8-1B94-5EC9390025FC}"/>
          </ac:spMkLst>
        </pc:spChg>
        <pc:graphicFrameChg chg="del modGraphic">
          <ac:chgData name="Ben Kelly" userId="c94d8882-69fe-4a70-b219-d94260460edf" providerId="ADAL" clId="{841BF6FD-3DB7-41E9-B320-79265F160705}" dt="2024-12-09T21:56:46.756" v="5234" actId="478"/>
          <ac:graphicFrameMkLst>
            <pc:docMk/>
            <pc:sldMk cId="2755424033" sldId="276"/>
            <ac:graphicFrameMk id="15" creationId="{4752D92F-147E-62AB-F30D-DD9EC3947C6F}"/>
          </ac:graphicFrameMkLst>
        </pc:graphicFrameChg>
        <pc:picChg chg="add mod modCrop">
          <ac:chgData name="Ben Kelly" userId="c94d8882-69fe-4a70-b219-d94260460edf" providerId="ADAL" clId="{841BF6FD-3DB7-41E9-B320-79265F160705}" dt="2024-12-09T21:57:57.668" v="5308" actId="1076"/>
          <ac:picMkLst>
            <pc:docMk/>
            <pc:sldMk cId="2755424033" sldId="276"/>
            <ac:picMk id="2" creationId="{00202412-F742-04B5-BACB-B34B33A21A5E}"/>
          </ac:picMkLst>
        </pc:picChg>
      </pc:sldChg>
      <pc:sldChg chg="addSp delSp modSp add mod">
        <pc:chgData name="Ben Kelly" userId="c94d8882-69fe-4a70-b219-d94260460edf" providerId="ADAL" clId="{841BF6FD-3DB7-41E9-B320-79265F160705}" dt="2024-12-09T22:27:20.744" v="6390" actId="20577"/>
        <pc:sldMkLst>
          <pc:docMk/>
          <pc:sldMk cId="4174121202" sldId="277"/>
        </pc:sldMkLst>
        <pc:spChg chg="mod">
          <ac:chgData name="Ben Kelly" userId="c94d8882-69fe-4a70-b219-d94260460edf" providerId="ADAL" clId="{841BF6FD-3DB7-41E9-B320-79265F160705}" dt="2024-12-09T22:27:20.744" v="6390" actId="20577"/>
          <ac:spMkLst>
            <pc:docMk/>
            <pc:sldMk cId="4174121202" sldId="277"/>
            <ac:spMk id="4" creationId="{BB28AD95-FEBE-622C-A530-49482E08AABE}"/>
          </ac:spMkLst>
        </pc:spChg>
        <pc:spChg chg="add mod">
          <ac:chgData name="Ben Kelly" userId="c94d8882-69fe-4a70-b219-d94260460edf" providerId="ADAL" clId="{841BF6FD-3DB7-41E9-B320-79265F160705}" dt="2024-12-09T22:04:06.519" v="5501" actId="20577"/>
          <ac:spMkLst>
            <pc:docMk/>
            <pc:sldMk cId="4174121202" sldId="277"/>
            <ac:spMk id="5" creationId="{A41E6092-C405-1BDC-6624-6E3EEF4598AE}"/>
          </ac:spMkLst>
        </pc:spChg>
        <pc:spChg chg="mod">
          <ac:chgData name="Ben Kelly" userId="c94d8882-69fe-4a70-b219-d94260460edf" providerId="ADAL" clId="{841BF6FD-3DB7-41E9-B320-79265F160705}" dt="2024-12-09T22:00:10.174" v="5367" actId="1076"/>
          <ac:spMkLst>
            <pc:docMk/>
            <pc:sldMk cId="4174121202" sldId="277"/>
            <ac:spMk id="7" creationId="{BD86E502-D71E-F0B8-1B94-5EC9390025FC}"/>
          </ac:spMkLst>
        </pc:spChg>
        <pc:picChg chg="del">
          <ac:chgData name="Ben Kelly" userId="c94d8882-69fe-4a70-b219-d94260460edf" providerId="ADAL" clId="{841BF6FD-3DB7-41E9-B320-79265F160705}" dt="2024-12-09T21:58:21.870" v="5310" actId="478"/>
          <ac:picMkLst>
            <pc:docMk/>
            <pc:sldMk cId="4174121202" sldId="277"/>
            <ac:picMk id="2" creationId="{00202412-F742-04B5-BACB-B34B33A21A5E}"/>
          </ac:picMkLst>
        </pc:picChg>
        <pc:picChg chg="add mod modCrop">
          <ac:chgData name="Ben Kelly" userId="c94d8882-69fe-4a70-b219-d94260460edf" providerId="ADAL" clId="{841BF6FD-3DB7-41E9-B320-79265F160705}" dt="2024-12-09T22:02:53.521" v="5479" actId="1037"/>
          <ac:picMkLst>
            <pc:docMk/>
            <pc:sldMk cId="4174121202" sldId="277"/>
            <ac:picMk id="3" creationId="{A6871A04-E56D-F5CF-8462-ED2A5513A384}"/>
          </ac:picMkLst>
        </pc:picChg>
      </pc:sldChg>
      <pc:sldChg chg="addSp delSp modSp add mod ord">
        <pc:chgData name="Ben Kelly" userId="c94d8882-69fe-4a70-b219-d94260460edf" providerId="ADAL" clId="{841BF6FD-3DB7-41E9-B320-79265F160705}" dt="2024-12-09T22:27:25.500" v="6391" actId="20577"/>
        <pc:sldMkLst>
          <pc:docMk/>
          <pc:sldMk cId="1270120586" sldId="278"/>
        </pc:sldMkLst>
        <pc:spChg chg="mod ord">
          <ac:chgData name="Ben Kelly" userId="c94d8882-69fe-4a70-b219-d94260460edf" providerId="ADAL" clId="{841BF6FD-3DB7-41E9-B320-79265F160705}" dt="2024-12-09T22:07:46.067" v="5601" actId="166"/>
          <ac:spMkLst>
            <pc:docMk/>
            <pc:sldMk cId="1270120586" sldId="278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2:27:25.500" v="6391" actId="20577"/>
          <ac:spMkLst>
            <pc:docMk/>
            <pc:sldMk cId="1270120586" sldId="278"/>
            <ac:spMk id="4" creationId="{BB28AD95-FEBE-622C-A530-49482E08AABE}"/>
          </ac:spMkLst>
        </pc:spChg>
        <pc:spChg chg="del mod">
          <ac:chgData name="Ben Kelly" userId="c94d8882-69fe-4a70-b219-d94260460edf" providerId="ADAL" clId="{841BF6FD-3DB7-41E9-B320-79265F160705}" dt="2024-12-09T22:10:58.165" v="5746" actId="478"/>
          <ac:spMkLst>
            <pc:docMk/>
            <pc:sldMk cId="1270120586" sldId="278"/>
            <ac:spMk id="5" creationId="{ABBB5EA6-8227-EBF6-ACAA-818CA6077BD2}"/>
          </ac:spMkLst>
        </pc:spChg>
        <pc:spChg chg="mod ord">
          <ac:chgData name="Ben Kelly" userId="c94d8882-69fe-4a70-b219-d94260460edf" providerId="ADAL" clId="{841BF6FD-3DB7-41E9-B320-79265F160705}" dt="2024-12-09T22:11:26.092" v="5776" actId="1037"/>
          <ac:spMkLst>
            <pc:docMk/>
            <pc:sldMk cId="1270120586" sldId="278"/>
            <ac:spMk id="7" creationId="{BD86E502-D71E-F0B8-1B94-5EC9390025FC}"/>
          </ac:spMkLst>
        </pc:spChg>
        <pc:spChg chg="add del mod">
          <ac:chgData name="Ben Kelly" userId="c94d8882-69fe-4a70-b219-d94260460edf" providerId="ADAL" clId="{841BF6FD-3DB7-41E9-B320-79265F160705}" dt="2024-12-09T22:09:15.423" v="5722" actId="478"/>
          <ac:spMkLst>
            <pc:docMk/>
            <pc:sldMk cId="1270120586" sldId="278"/>
            <ac:spMk id="8" creationId="{55F1C3E8-7C46-55F0-4B21-1C3A26B78229}"/>
          </ac:spMkLst>
        </pc:spChg>
        <pc:picChg chg="del">
          <ac:chgData name="Ben Kelly" userId="c94d8882-69fe-4a70-b219-d94260460edf" providerId="ADAL" clId="{841BF6FD-3DB7-41E9-B320-79265F160705}" dt="2024-12-09T22:06:17.306" v="5552" actId="478"/>
          <ac:picMkLst>
            <pc:docMk/>
            <pc:sldMk cId="1270120586" sldId="278"/>
            <ac:picMk id="2" creationId="{00202412-F742-04B5-BACB-B34B33A21A5E}"/>
          </ac:picMkLst>
        </pc:picChg>
        <pc:picChg chg="add mod modCrop">
          <ac:chgData name="Ben Kelly" userId="c94d8882-69fe-4a70-b219-d94260460edf" providerId="ADAL" clId="{841BF6FD-3DB7-41E9-B320-79265F160705}" dt="2024-12-09T22:07:56.733" v="5621" actId="14100"/>
          <ac:picMkLst>
            <pc:docMk/>
            <pc:sldMk cId="1270120586" sldId="278"/>
            <ac:picMk id="6" creationId="{79731567-26FC-1785-7FD3-5D5CFAED0037}"/>
          </ac:picMkLst>
        </pc:picChg>
      </pc:sldChg>
      <pc:sldChg chg="addSp delSp modSp add mod">
        <pc:chgData name="Ben Kelly" userId="c94d8882-69fe-4a70-b219-d94260460edf" providerId="ADAL" clId="{841BF6FD-3DB7-41E9-B320-79265F160705}" dt="2024-12-09T22:27:31.168" v="6392" actId="20577"/>
        <pc:sldMkLst>
          <pc:docMk/>
          <pc:sldMk cId="565542934" sldId="279"/>
        </pc:sldMkLst>
        <pc:spChg chg="mod ord">
          <ac:chgData name="Ben Kelly" userId="c94d8882-69fe-4a70-b219-d94260460edf" providerId="ADAL" clId="{841BF6FD-3DB7-41E9-B320-79265F160705}" dt="2024-12-09T22:10:44.485" v="5745" actId="166"/>
          <ac:spMkLst>
            <pc:docMk/>
            <pc:sldMk cId="565542934" sldId="279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2:27:31.168" v="6392" actId="20577"/>
          <ac:spMkLst>
            <pc:docMk/>
            <pc:sldMk cId="565542934" sldId="279"/>
            <ac:spMk id="4" creationId="{BB28AD95-FEBE-622C-A530-49482E08AABE}"/>
          </ac:spMkLst>
        </pc:spChg>
        <pc:spChg chg="ord">
          <ac:chgData name="Ben Kelly" userId="c94d8882-69fe-4a70-b219-d94260460edf" providerId="ADAL" clId="{841BF6FD-3DB7-41E9-B320-79265F160705}" dt="2024-12-09T22:10:32.689" v="5742" actId="166"/>
          <ac:spMkLst>
            <pc:docMk/>
            <pc:sldMk cId="565542934" sldId="279"/>
            <ac:spMk id="7" creationId="{BD86E502-D71E-F0B8-1B94-5EC9390025FC}"/>
          </ac:spMkLst>
        </pc:spChg>
        <pc:picChg chg="add mod modCrop">
          <ac:chgData name="Ben Kelly" userId="c94d8882-69fe-4a70-b219-d94260460edf" providerId="ADAL" clId="{841BF6FD-3DB7-41E9-B320-79265F160705}" dt="2024-12-09T22:10:39.051" v="5744" actId="14100"/>
          <ac:picMkLst>
            <pc:docMk/>
            <pc:sldMk cId="565542934" sldId="279"/>
            <ac:picMk id="2" creationId="{7BBD57A8-AD96-88CB-1BB2-B7672723B200}"/>
          </ac:picMkLst>
        </pc:picChg>
        <pc:picChg chg="del">
          <ac:chgData name="Ben Kelly" userId="c94d8882-69fe-4a70-b219-d94260460edf" providerId="ADAL" clId="{841BF6FD-3DB7-41E9-B320-79265F160705}" dt="2024-12-09T22:09:25.673" v="5726" actId="478"/>
          <ac:picMkLst>
            <pc:docMk/>
            <pc:sldMk cId="565542934" sldId="279"/>
            <ac:picMk id="6" creationId="{79731567-26FC-1785-7FD3-5D5CFAED0037}"/>
          </ac:picMkLst>
        </pc:picChg>
      </pc:sldChg>
      <pc:sldChg chg="add del">
        <pc:chgData name="Ben Kelly" userId="c94d8882-69fe-4a70-b219-d94260460edf" providerId="ADAL" clId="{841BF6FD-3DB7-41E9-B320-79265F160705}" dt="2024-12-09T22:06:20.160" v="5554"/>
        <pc:sldMkLst>
          <pc:docMk/>
          <pc:sldMk cId="3925707201" sldId="279"/>
        </pc:sldMkLst>
      </pc:sldChg>
      <pc:sldChg chg="addSp delSp modSp add mod">
        <pc:chgData name="Ben Kelly" userId="c94d8882-69fe-4a70-b219-d94260460edf" providerId="ADAL" clId="{841BF6FD-3DB7-41E9-B320-79265F160705}" dt="2024-12-09T22:27:54.847" v="6434" actId="20577"/>
        <pc:sldMkLst>
          <pc:docMk/>
          <pc:sldMk cId="4181324492" sldId="280"/>
        </pc:sldMkLst>
        <pc:spChg chg="mod">
          <ac:chgData name="Ben Kelly" userId="c94d8882-69fe-4a70-b219-d94260460edf" providerId="ADAL" clId="{841BF6FD-3DB7-41E9-B320-79265F160705}" dt="2024-12-09T22:13:30.748" v="5780" actId="20577"/>
          <ac:spMkLst>
            <pc:docMk/>
            <pc:sldMk cId="4181324492" sldId="280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2:27:54.847" v="6434" actId="20577"/>
          <ac:spMkLst>
            <pc:docMk/>
            <pc:sldMk cId="4181324492" sldId="280"/>
            <ac:spMk id="4" creationId="{BB28AD95-FEBE-622C-A530-49482E08AABE}"/>
          </ac:spMkLst>
        </pc:spChg>
        <pc:spChg chg="del">
          <ac:chgData name="Ben Kelly" userId="c94d8882-69fe-4a70-b219-d94260460edf" providerId="ADAL" clId="{841BF6FD-3DB7-41E9-B320-79265F160705}" dt="2024-12-09T22:13:39.032" v="5781" actId="478"/>
          <ac:spMkLst>
            <pc:docMk/>
            <pc:sldMk cId="4181324492" sldId="280"/>
            <ac:spMk id="5" creationId="{ABBB5EA6-8227-EBF6-ACAA-818CA6077BD2}"/>
          </ac:spMkLst>
        </pc:spChg>
        <pc:spChg chg="mod ord">
          <ac:chgData name="Ben Kelly" userId="c94d8882-69fe-4a70-b219-d94260460edf" providerId="ADAL" clId="{841BF6FD-3DB7-41E9-B320-79265F160705}" dt="2024-12-09T22:14:59.025" v="5845" actId="166"/>
          <ac:spMkLst>
            <pc:docMk/>
            <pc:sldMk cId="4181324492" sldId="280"/>
            <ac:spMk id="7" creationId="{BD86E502-D71E-F0B8-1B94-5EC9390025FC}"/>
          </ac:spMkLst>
        </pc:spChg>
        <pc:spChg chg="mod">
          <ac:chgData name="Ben Kelly" userId="c94d8882-69fe-4a70-b219-d94260460edf" providerId="ADAL" clId="{841BF6FD-3DB7-41E9-B320-79265F160705}" dt="2024-12-09T22:15:32.643" v="5851" actId="1076"/>
          <ac:spMkLst>
            <pc:docMk/>
            <pc:sldMk cId="4181324492" sldId="280"/>
            <ac:spMk id="8" creationId="{6F4AFD3B-62D2-0CC0-E5DC-72DC75B7E840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11" creationId="{A1C56063-8942-10A8-A21C-F9F0295E8AA4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12" creationId="{CF2A03C5-58A4-D664-D8EF-C4FDDE577969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13" creationId="{E3389359-7D82-DEA9-5D08-788FBE0ED781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14" creationId="{03022C55-7946-3EDC-2A17-7695B2F842AC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15" creationId="{759083A2-B919-8FCE-B731-DC215AF0895B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16" creationId="{0453F834-AAB9-FD18-05C7-8D761D8A636C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17" creationId="{7572FC86-0936-BB37-586D-5F6CC2821CCB}"/>
          </ac:spMkLst>
        </pc:spChg>
        <pc:spChg chg="mod">
          <ac:chgData name="Ben Kelly" userId="c94d8882-69fe-4a70-b219-d94260460edf" providerId="ADAL" clId="{841BF6FD-3DB7-41E9-B320-79265F160705}" dt="2024-12-09T22:15:11.333" v="5848" actId="1076"/>
          <ac:spMkLst>
            <pc:docMk/>
            <pc:sldMk cId="4181324492" sldId="280"/>
            <ac:spMk id="18" creationId="{D072B7CD-BA1F-BD91-1B01-EBA7EC6D5603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19" creationId="{55D37205-CD4C-B62E-DA91-E3276A915E36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0" creationId="{00BB8561-8574-0A97-C962-6B5A7DB100EB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1" creationId="{F4C12D4F-8077-08CD-EFC5-94354D19E902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2" creationId="{105810C3-4D9F-04C3-9306-EE6B14F37B60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3" creationId="{2410F8E2-D7F9-8068-978D-5B61EA9C2B20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4" creationId="{15D18640-55B2-761F-0A81-55A0DA93C9BA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5" creationId="{93A5B174-E64E-B521-9445-32D47DBEEA99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6" creationId="{DA931F00-23DC-2F01-0B88-4C468259C7AF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7" creationId="{4F418E99-2A54-1ACE-9A26-495443C58593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8" creationId="{B6C87F66-9D5E-A084-2A78-86E56874819A}"/>
          </ac:spMkLst>
        </pc:spChg>
        <pc:spChg chg="add mod">
          <ac:chgData name="Ben Kelly" userId="c94d8882-69fe-4a70-b219-d94260460edf" providerId="ADAL" clId="{841BF6FD-3DB7-41E9-B320-79265F160705}" dt="2024-12-09T22:17:17.282" v="5991" actId="207"/>
          <ac:spMkLst>
            <pc:docMk/>
            <pc:sldMk cId="4181324492" sldId="280"/>
            <ac:spMk id="29" creationId="{DD560245-C166-E8B7-FAE6-39897A161C2B}"/>
          </ac:spMkLst>
        </pc:spChg>
        <pc:spChg chg="add mod">
          <ac:chgData name="Ben Kelly" userId="c94d8882-69fe-4a70-b219-d94260460edf" providerId="ADAL" clId="{841BF6FD-3DB7-41E9-B320-79265F160705}" dt="2024-12-09T22:17:45.987" v="5992"/>
          <ac:spMkLst>
            <pc:docMk/>
            <pc:sldMk cId="4181324492" sldId="280"/>
            <ac:spMk id="30" creationId="{918E29BA-0319-3A04-5330-5E60332E2D08}"/>
          </ac:spMkLst>
        </pc:spChg>
        <pc:grpChg chg="add mod">
          <ac:chgData name="Ben Kelly" userId="c94d8882-69fe-4a70-b219-d94260460edf" providerId="ADAL" clId="{841BF6FD-3DB7-41E9-B320-79265F160705}" dt="2024-12-09T22:15:44.502" v="5853" actId="1076"/>
          <ac:grpSpMkLst>
            <pc:docMk/>
            <pc:sldMk cId="4181324492" sldId="280"/>
            <ac:grpSpMk id="6" creationId="{1955BF84-54FF-2A72-7069-CB59236B707B}"/>
          </ac:grpSpMkLst>
        </pc:grpChg>
        <pc:grpChg chg="mod">
          <ac:chgData name="Ben Kelly" userId="c94d8882-69fe-4a70-b219-d94260460edf" providerId="ADAL" clId="{841BF6FD-3DB7-41E9-B320-79265F160705}" dt="2024-12-09T22:14:37.047" v="5842"/>
          <ac:grpSpMkLst>
            <pc:docMk/>
            <pc:sldMk cId="4181324492" sldId="280"/>
            <ac:grpSpMk id="9" creationId="{112C2BCD-35D9-8AFA-25E1-48DA39CBA16F}"/>
          </ac:grpSpMkLst>
        </pc:grpChg>
        <pc:picChg chg="del">
          <ac:chgData name="Ben Kelly" userId="c94d8882-69fe-4a70-b219-d94260460edf" providerId="ADAL" clId="{841BF6FD-3DB7-41E9-B320-79265F160705}" dt="2024-12-09T22:13:28.178" v="5778" actId="478"/>
          <ac:picMkLst>
            <pc:docMk/>
            <pc:sldMk cId="4181324492" sldId="280"/>
            <ac:picMk id="2" creationId="{7BBD57A8-AD96-88CB-1BB2-B7672723B200}"/>
          </ac:picMkLst>
        </pc:picChg>
        <pc:picChg chg="mod">
          <ac:chgData name="Ben Kelly" userId="c94d8882-69fe-4a70-b219-d94260460edf" providerId="ADAL" clId="{841BF6FD-3DB7-41E9-B320-79265F160705}" dt="2024-12-09T22:14:37.047" v="5842"/>
          <ac:picMkLst>
            <pc:docMk/>
            <pc:sldMk cId="4181324492" sldId="280"/>
            <ac:picMk id="10" creationId="{4DA848F7-94A5-9708-0F07-148AC083B827}"/>
          </ac:picMkLst>
        </pc:picChg>
      </pc:sldChg>
      <pc:sldChg chg="add del">
        <pc:chgData name="Ben Kelly" userId="c94d8882-69fe-4a70-b219-d94260460edf" providerId="ADAL" clId="{841BF6FD-3DB7-41E9-B320-79265F160705}" dt="2024-12-09T22:14:30.570" v="5841"/>
        <pc:sldMkLst>
          <pc:docMk/>
          <pc:sldMk cId="1648528370" sldId="281"/>
        </pc:sldMkLst>
      </pc:sldChg>
      <pc:sldChg chg="addSp delSp modSp add mod">
        <pc:chgData name="Ben Kelly" userId="c94d8882-69fe-4a70-b219-d94260460edf" providerId="ADAL" clId="{841BF6FD-3DB7-41E9-B320-79265F160705}" dt="2024-12-09T22:28:26.968" v="6483" actId="947"/>
        <pc:sldMkLst>
          <pc:docMk/>
          <pc:sldMk cId="2455817916" sldId="281"/>
        </pc:sldMkLst>
        <pc:spChg chg="mod">
          <ac:chgData name="Ben Kelly" userId="c94d8882-69fe-4a70-b219-d94260460edf" providerId="ADAL" clId="{841BF6FD-3DB7-41E9-B320-79265F160705}" dt="2024-12-09T22:17:52.280" v="5995" actId="20577"/>
          <ac:spMkLst>
            <pc:docMk/>
            <pc:sldMk cId="2455817916" sldId="281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2:28:26.968" v="6483" actId="947"/>
          <ac:spMkLst>
            <pc:docMk/>
            <pc:sldMk cId="2455817916" sldId="281"/>
            <ac:spMk id="4" creationId="{BB28AD95-FEBE-622C-A530-49482E08AABE}"/>
          </ac:spMkLst>
        </pc:spChg>
        <pc:spChg chg="mod">
          <ac:chgData name="Ben Kelly" userId="c94d8882-69fe-4a70-b219-d94260460edf" providerId="ADAL" clId="{841BF6FD-3DB7-41E9-B320-79265F160705}" dt="2024-12-09T22:18:17.269" v="6036" actId="947"/>
          <ac:spMkLst>
            <pc:docMk/>
            <pc:sldMk cId="2455817916" sldId="281"/>
            <ac:spMk id="7" creationId="{BD86E502-D71E-F0B8-1B94-5EC9390025FC}"/>
          </ac:spMkLst>
        </pc:spChg>
        <pc:spChg chg="del">
          <ac:chgData name="Ben Kelly" userId="c94d8882-69fe-4a70-b219-d94260460edf" providerId="ADAL" clId="{841BF6FD-3DB7-41E9-B320-79265F160705}" dt="2024-12-09T22:17:57.072" v="5996" actId="478"/>
          <ac:spMkLst>
            <pc:docMk/>
            <pc:sldMk cId="2455817916" sldId="281"/>
            <ac:spMk id="29" creationId="{DD560245-C166-E8B7-FAE6-39897A161C2B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0" creationId="{5519F514-B9CD-AEFF-15B6-B05F4FC9B349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1" creationId="{7AF5A547-DA42-268A-6D1A-6CBFF772A1A0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2" creationId="{7D6C6F23-E969-2915-AF01-126942570BA2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3" creationId="{912B9DE0-EAB4-1277-8D73-62C5BC97F044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4" creationId="{A9EDCB0D-1B6F-3B02-A5F9-53F0F276C43A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5" creationId="{7409A75D-4926-4207-6099-4C98D9AF99FC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6" creationId="{82914747-B1F8-3CD1-27BC-A4571ACA1522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7" creationId="{1A0B3DB8-007C-73AF-7401-F7F60699E948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8" creationId="{113465B5-BFC5-1E4D-79F8-9883B442C446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40" creationId="{2F7A6576-4FBB-9819-B260-5D521A4E9DE3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41" creationId="{1F30D7C1-1C95-66F0-328F-25D4C429AC15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43" creationId="{C8A2A568-3EC1-4F88-1050-510738A22E64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44" creationId="{1DDEE923-9B9D-346E-6AE7-A4CD9F37E5EF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45" creationId="{43F62243-C372-B842-9C1B-DD553C2B1507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46" creationId="{818F0FE1-FB22-60F3-5B54-FC9DB1FE48DD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47" creationId="{E81D60A1-E9F5-8C31-35D3-114696ED4E60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49" creationId="{5A01402E-5225-EF7A-DE6A-1F4AA7B34E38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50" creationId="{7544D164-3C18-0C13-AEB0-8F20FA4092E0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51" creationId="{907F3903-9E8E-54FD-D731-B4B4FC63E6A5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52" creationId="{52D0309E-B552-7ECC-8BC3-B485FA6EB89F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53" creationId="{51A7DF2B-AFA7-393B-14A5-408E7C9E78B1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54" creationId="{F1CCE149-BC8A-F97C-6EB7-A114D3F47333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55" creationId="{827FEF86-BA4A-A301-47A1-31B6FE523234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56" creationId="{E337FFD4-E6EB-2EBA-DBA9-2566F76AB4CE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57" creationId="{2E1A58F4-41B7-79C6-40F8-13438ED3138A}"/>
          </ac:spMkLst>
        </pc:spChg>
        <pc:spChg chg="add mod">
          <ac:chgData name="Ben Kelly" userId="c94d8882-69fe-4a70-b219-d94260460edf" providerId="ADAL" clId="{841BF6FD-3DB7-41E9-B320-79265F160705}" dt="2024-12-09T22:21:16.762" v="6268" actId="1076"/>
          <ac:spMkLst>
            <pc:docMk/>
            <pc:sldMk cId="2455817916" sldId="281"/>
            <ac:spMk id="58" creationId="{F2C03366-959A-BE89-75DA-AEF7EB57797C}"/>
          </ac:spMkLst>
        </pc:spChg>
        <pc:spChg chg="add mod">
          <ac:chgData name="Ben Kelly" userId="c94d8882-69fe-4a70-b219-d94260460edf" providerId="ADAL" clId="{841BF6FD-3DB7-41E9-B320-79265F160705}" dt="2024-12-09T22:21:32.900" v="6270" actId="947"/>
          <ac:spMkLst>
            <pc:docMk/>
            <pc:sldMk cId="2455817916" sldId="281"/>
            <ac:spMk id="59" creationId="{2AA73E84-B7B5-40FB-1ED8-929C96D12CAA}"/>
          </ac:spMkLst>
        </pc:spChg>
        <pc:grpChg chg="add mod">
          <ac:chgData name="Ben Kelly" userId="c94d8882-69fe-4a70-b219-d94260460edf" providerId="ADAL" clId="{841BF6FD-3DB7-41E9-B320-79265F160705}" dt="2024-12-09T22:18:38.051" v="6039" actId="1076"/>
          <ac:grpSpMkLst>
            <pc:docMk/>
            <pc:sldMk cId="2455817916" sldId="281"/>
            <ac:grpSpMk id="2" creationId="{2AC2D4DE-383D-3DF3-33C0-4D7BEEB61141}"/>
          </ac:grpSpMkLst>
        </pc:grpChg>
        <pc:grpChg chg="del">
          <ac:chgData name="Ben Kelly" userId="c94d8882-69fe-4a70-b219-d94260460edf" providerId="ADAL" clId="{841BF6FD-3DB7-41E9-B320-79265F160705}" dt="2024-12-09T22:17:57.496" v="5997" actId="478"/>
          <ac:grpSpMkLst>
            <pc:docMk/>
            <pc:sldMk cId="2455817916" sldId="281"/>
            <ac:grpSpMk id="6" creationId="{1955BF84-54FF-2A72-7069-CB59236B707B}"/>
          </ac:grpSpMkLst>
        </pc:grpChg>
        <pc:grpChg chg="add mod">
          <ac:chgData name="Ben Kelly" userId="c94d8882-69fe-4a70-b219-d94260460edf" providerId="ADAL" clId="{841BF6FD-3DB7-41E9-B320-79265F160705}" dt="2024-12-09T22:18:53.325" v="6041" actId="1076"/>
          <ac:grpSpMkLst>
            <pc:docMk/>
            <pc:sldMk cId="2455817916" sldId="281"/>
            <ac:grpSpMk id="39" creationId="{3AF537CC-B359-9E59-36E9-1BA9F90B0E8C}"/>
          </ac:grpSpMkLst>
        </pc:grpChg>
        <pc:grpChg chg="mod">
          <ac:chgData name="Ben Kelly" userId="c94d8882-69fe-4a70-b219-d94260460edf" providerId="ADAL" clId="{841BF6FD-3DB7-41E9-B320-79265F160705}" dt="2024-12-09T22:18:47.212" v="6040"/>
          <ac:grpSpMkLst>
            <pc:docMk/>
            <pc:sldMk cId="2455817916" sldId="281"/>
            <ac:grpSpMk id="42" creationId="{3B69C64C-344A-152B-9F5F-F065B5585CCC}"/>
          </ac:grpSpMkLst>
        </pc:grpChg>
        <pc:picChg chg="mod">
          <ac:chgData name="Ben Kelly" userId="c94d8882-69fe-4a70-b219-d94260460edf" providerId="ADAL" clId="{841BF6FD-3DB7-41E9-B320-79265F160705}" dt="2024-12-09T22:18:36.588" v="6037"/>
          <ac:picMkLst>
            <pc:docMk/>
            <pc:sldMk cId="2455817916" sldId="281"/>
            <ac:picMk id="5" creationId="{5A44C782-E74A-318A-62C8-7F30D9A0D0D8}"/>
          </ac:picMkLst>
        </pc:picChg>
        <pc:picChg chg="mod">
          <ac:chgData name="Ben Kelly" userId="c94d8882-69fe-4a70-b219-d94260460edf" providerId="ADAL" clId="{841BF6FD-3DB7-41E9-B320-79265F160705}" dt="2024-12-09T22:18:47.212" v="6040"/>
          <ac:picMkLst>
            <pc:docMk/>
            <pc:sldMk cId="2455817916" sldId="281"/>
            <ac:picMk id="48" creationId="{49985CD0-17A3-4A45-AEB6-62109E163180}"/>
          </ac:picMkLst>
        </pc:picChg>
      </pc:sldChg>
      <pc:sldChg chg="addSp delSp modSp add mod modAnim">
        <pc:chgData name="Ben Kelly" userId="c94d8882-69fe-4a70-b219-d94260460edf" providerId="ADAL" clId="{841BF6FD-3DB7-41E9-B320-79265F160705}" dt="2024-12-09T22:29:08.722" v="6523" actId="947"/>
        <pc:sldMkLst>
          <pc:docMk/>
          <pc:sldMk cId="3581775409" sldId="282"/>
        </pc:sldMkLst>
        <pc:spChg chg="mod">
          <ac:chgData name="Ben Kelly" userId="c94d8882-69fe-4a70-b219-d94260460edf" providerId="ADAL" clId="{841BF6FD-3DB7-41E9-B320-79265F160705}" dt="2024-12-09T22:22:14.117" v="6275" actId="20577"/>
          <ac:spMkLst>
            <pc:docMk/>
            <pc:sldMk cId="3581775409" sldId="282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2:29:08.722" v="6523" actId="947"/>
          <ac:spMkLst>
            <pc:docMk/>
            <pc:sldMk cId="3581775409" sldId="282"/>
            <ac:spMk id="4" creationId="{BB28AD95-FEBE-622C-A530-49482E08AABE}"/>
          </ac:spMkLst>
        </pc:spChg>
        <pc:spChg chg="add del">
          <ac:chgData name="Ben Kelly" userId="c94d8882-69fe-4a70-b219-d94260460edf" providerId="ADAL" clId="{841BF6FD-3DB7-41E9-B320-79265F160705}" dt="2024-12-09T22:23:18.920" v="6330" actId="478"/>
          <ac:spMkLst>
            <pc:docMk/>
            <pc:sldMk cId="3581775409" sldId="282"/>
            <ac:spMk id="5" creationId="{DD125C3D-BFC1-C3F9-8C48-70355C08F5F7}"/>
          </ac:spMkLst>
        </pc:spChg>
        <pc:spChg chg="mod">
          <ac:chgData name="Ben Kelly" userId="c94d8882-69fe-4a70-b219-d94260460edf" providerId="ADAL" clId="{841BF6FD-3DB7-41E9-B320-79265F160705}" dt="2024-12-09T22:22:58.123" v="6327" actId="20577"/>
          <ac:spMkLst>
            <pc:docMk/>
            <pc:sldMk cId="3581775409" sldId="282"/>
            <ac:spMk id="7" creationId="{BD86E502-D71E-F0B8-1B94-5EC9390025FC}"/>
          </ac:spMkLst>
        </pc:spChg>
        <pc:spChg chg="del">
          <ac:chgData name="Ben Kelly" userId="c94d8882-69fe-4a70-b219-d94260460edf" providerId="ADAL" clId="{841BF6FD-3DB7-41E9-B320-79265F160705}" dt="2024-12-09T22:23:16.051" v="6328" actId="478"/>
          <ac:spMkLst>
            <pc:docMk/>
            <pc:sldMk cId="3581775409" sldId="282"/>
            <ac:spMk id="58" creationId="{F2C03366-959A-BE89-75DA-AEF7EB57797C}"/>
          </ac:spMkLst>
        </pc:spChg>
        <pc:spChg chg="del">
          <ac:chgData name="Ben Kelly" userId="c94d8882-69fe-4a70-b219-d94260460edf" providerId="ADAL" clId="{841BF6FD-3DB7-41E9-B320-79265F160705}" dt="2024-12-09T22:24:03.019" v="6345" actId="478"/>
          <ac:spMkLst>
            <pc:docMk/>
            <pc:sldMk cId="3581775409" sldId="282"/>
            <ac:spMk id="59" creationId="{2AA73E84-B7B5-40FB-1ED8-929C96D12CAA}"/>
          </ac:spMkLst>
        </pc:spChg>
        <pc:grpChg chg="del">
          <ac:chgData name="Ben Kelly" userId="c94d8882-69fe-4a70-b219-d94260460edf" providerId="ADAL" clId="{841BF6FD-3DB7-41E9-B320-79265F160705}" dt="2024-12-09T22:22:16.067" v="6276" actId="478"/>
          <ac:grpSpMkLst>
            <pc:docMk/>
            <pc:sldMk cId="3581775409" sldId="282"/>
            <ac:grpSpMk id="39" creationId="{3AF537CC-B359-9E59-36E9-1BA9F90B0E8C}"/>
          </ac:grpSpMkLst>
        </pc:grpChg>
        <pc:picChg chg="add mod ord modCrop">
          <ac:chgData name="Ben Kelly" userId="c94d8882-69fe-4a70-b219-d94260460edf" providerId="ADAL" clId="{841BF6FD-3DB7-41E9-B320-79265F160705}" dt="2024-12-09T22:26:03.118" v="6385" actId="167"/>
          <ac:picMkLst>
            <pc:docMk/>
            <pc:sldMk cId="3581775409" sldId="282"/>
            <ac:picMk id="6" creationId="{BFAB5FB9-7AAB-AF69-4770-02A646231393}"/>
          </ac:picMkLst>
        </pc:picChg>
        <pc:picChg chg="add mod modCrop">
          <ac:chgData name="Ben Kelly" userId="c94d8882-69fe-4a70-b219-d94260460edf" providerId="ADAL" clId="{841BF6FD-3DB7-41E9-B320-79265F160705}" dt="2024-12-09T22:26:11.116" v="6388" actId="1076"/>
          <ac:picMkLst>
            <pc:docMk/>
            <pc:sldMk cId="3581775409" sldId="282"/>
            <ac:picMk id="8" creationId="{3D6F8ACE-5F16-DF6F-2BE2-0D0A6A7D9D2A}"/>
          </ac:picMkLst>
        </pc:picChg>
        <pc:picChg chg="add mod ord modCrop">
          <ac:chgData name="Ben Kelly" userId="c94d8882-69fe-4a70-b219-d94260460edf" providerId="ADAL" clId="{841BF6FD-3DB7-41E9-B320-79265F160705}" dt="2024-12-09T22:26:08.662" v="6387" actId="1076"/>
          <ac:picMkLst>
            <pc:docMk/>
            <pc:sldMk cId="3581775409" sldId="282"/>
            <ac:picMk id="9" creationId="{D3DDFF0F-FAC6-B7F0-F63B-5B688A26D606}"/>
          </ac:picMkLst>
        </pc:picChg>
      </pc:sldChg>
      <pc:sldChg chg="addSp delSp modSp add mod delAnim">
        <pc:chgData name="Ben Kelly" userId="c94d8882-69fe-4a70-b219-d94260460edf" providerId="ADAL" clId="{841BF6FD-3DB7-41E9-B320-79265F160705}" dt="2024-12-09T23:43:59.649" v="7027" actId="20577"/>
        <pc:sldMkLst>
          <pc:docMk/>
          <pc:sldMk cId="2530797187" sldId="283"/>
        </pc:sldMkLst>
        <pc:spChg chg="mod">
          <ac:chgData name="Ben Kelly" userId="c94d8882-69fe-4a70-b219-d94260460edf" providerId="ADAL" clId="{841BF6FD-3DB7-41E9-B320-79265F160705}" dt="2024-12-09T22:32:11.050" v="6530" actId="20577"/>
          <ac:spMkLst>
            <pc:docMk/>
            <pc:sldMk cId="2530797187" sldId="283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2:32:46.207" v="6615" actId="20577"/>
          <ac:spMkLst>
            <pc:docMk/>
            <pc:sldMk cId="2530797187" sldId="283"/>
            <ac:spMk id="4" creationId="{BB28AD95-FEBE-622C-A530-49482E08AABE}"/>
          </ac:spMkLst>
        </pc:spChg>
        <pc:spChg chg="mod">
          <ac:chgData name="Ben Kelly" userId="c94d8882-69fe-4a70-b219-d94260460edf" providerId="ADAL" clId="{841BF6FD-3DB7-41E9-B320-79265F160705}" dt="2024-12-09T22:36:01.358" v="6701" actId="1036"/>
          <ac:spMkLst>
            <pc:docMk/>
            <pc:sldMk cId="2530797187" sldId="283"/>
            <ac:spMk id="7" creationId="{BD86E502-D71E-F0B8-1B94-5EC9390025FC}"/>
          </ac:spMkLst>
        </pc:spChg>
        <pc:spChg chg="mod">
          <ac:chgData name="Ben Kelly" userId="c94d8882-69fe-4a70-b219-d94260460edf" providerId="ADAL" clId="{841BF6FD-3DB7-41E9-B320-79265F160705}" dt="2024-12-09T22:33:40.459" v="6625" actId="14100"/>
          <ac:spMkLst>
            <pc:docMk/>
            <pc:sldMk cId="2530797187" sldId="283"/>
            <ac:spMk id="10" creationId="{7BEC4B3D-F873-603A-0B89-31D1E4468292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11" creationId="{95A1F7AC-CE53-14A9-B10B-614E41385265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12" creationId="{CFC068D9-DBF7-0873-1184-779096E9DE1E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13" creationId="{A5C51058-CD92-85D8-3872-77AE736866AF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14" creationId="{6152BBB6-1F53-87AC-18C3-BC8672D1744F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15" creationId="{A929D67B-FDB3-CB11-7A0A-FF32C518357B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16" creationId="{72F76EFB-93C9-D8AE-1FB5-B1719C26C4D2}"/>
          </ac:spMkLst>
        </pc:spChg>
        <pc:spChg chg="mod">
          <ac:chgData name="Ben Kelly" userId="c94d8882-69fe-4a70-b219-d94260460edf" providerId="ADAL" clId="{841BF6FD-3DB7-41E9-B320-79265F160705}" dt="2024-12-09T22:34:37.862" v="6643" actId="1035"/>
          <ac:spMkLst>
            <pc:docMk/>
            <pc:sldMk cId="2530797187" sldId="283"/>
            <ac:spMk id="17" creationId="{C5F8D2DE-96DD-C885-0F39-C36CF5D04822}"/>
          </ac:spMkLst>
        </pc:spChg>
        <pc:spChg chg="mod">
          <ac:chgData name="Ben Kelly" userId="c94d8882-69fe-4a70-b219-d94260460edf" providerId="ADAL" clId="{841BF6FD-3DB7-41E9-B320-79265F160705}" dt="2024-12-09T22:34:35.420" v="6641" actId="1035"/>
          <ac:spMkLst>
            <pc:docMk/>
            <pc:sldMk cId="2530797187" sldId="283"/>
            <ac:spMk id="18" creationId="{9D6E441D-92A0-0829-9E29-9D0DD946FCE5}"/>
          </ac:spMkLst>
        </pc:spChg>
        <pc:spChg chg="mod">
          <ac:chgData name="Ben Kelly" userId="c94d8882-69fe-4a70-b219-d94260460edf" providerId="ADAL" clId="{841BF6FD-3DB7-41E9-B320-79265F160705}" dt="2024-12-09T22:34:09.984" v="6632" actId="14100"/>
          <ac:spMkLst>
            <pc:docMk/>
            <pc:sldMk cId="2530797187" sldId="283"/>
            <ac:spMk id="19" creationId="{D4AB9C4A-DD71-C803-A59F-9CBAEF16DEDB}"/>
          </ac:spMkLst>
        </pc:spChg>
        <pc:spChg chg="mod">
          <ac:chgData name="Ben Kelly" userId="c94d8882-69fe-4a70-b219-d94260460edf" providerId="ADAL" clId="{841BF6FD-3DB7-41E9-B320-79265F160705}" dt="2024-12-09T22:34:05.480" v="6631" actId="20577"/>
          <ac:spMkLst>
            <pc:docMk/>
            <pc:sldMk cId="2530797187" sldId="283"/>
            <ac:spMk id="20" creationId="{D2752B03-D292-71A6-F3CB-B963EE9DF3FB}"/>
          </ac:spMkLst>
        </pc:spChg>
        <pc:spChg chg="mod">
          <ac:chgData name="Ben Kelly" userId="c94d8882-69fe-4a70-b219-d94260460edf" providerId="ADAL" clId="{841BF6FD-3DB7-41E9-B320-79265F160705}" dt="2024-12-09T22:33:46.427" v="6627" actId="14100"/>
          <ac:spMkLst>
            <pc:docMk/>
            <pc:sldMk cId="2530797187" sldId="283"/>
            <ac:spMk id="21" creationId="{A58AB3F5-DB5D-6D30-B482-393508EDF904}"/>
          </ac:spMkLst>
        </pc:spChg>
        <pc:spChg chg="mod">
          <ac:chgData name="Ben Kelly" userId="c94d8882-69fe-4a70-b219-d94260460edf" providerId="ADAL" clId="{841BF6FD-3DB7-41E9-B320-79265F160705}" dt="2024-12-09T22:34:50.087" v="6666" actId="1037"/>
          <ac:spMkLst>
            <pc:docMk/>
            <pc:sldMk cId="2530797187" sldId="283"/>
            <ac:spMk id="22" creationId="{24E1C62E-5312-0C62-BD9B-2D977D1AB2A5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23" creationId="{0375C5A3-198F-7DC7-C476-060F868804F3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24" creationId="{A5A63341-160D-610C-FEF2-84CB1481A973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25" creationId="{1B187472-F722-D7EE-1026-41515521059B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26" creationId="{E68EACA2-15EC-03CB-C358-82177D0433B9}"/>
          </ac:spMkLst>
        </pc:spChg>
        <pc:spChg chg="add mod">
          <ac:chgData name="Ben Kelly" userId="c94d8882-69fe-4a70-b219-d94260460edf" providerId="ADAL" clId="{841BF6FD-3DB7-41E9-B320-79265F160705}" dt="2024-12-09T23:43:59.649" v="7027" actId="20577"/>
          <ac:spMkLst>
            <pc:docMk/>
            <pc:sldMk cId="2530797187" sldId="283"/>
            <ac:spMk id="27" creationId="{C7BBDD64-912E-D7C5-4A5D-F1375F194388}"/>
          </ac:spMkLst>
        </pc:spChg>
        <pc:grpChg chg="add mod">
          <ac:chgData name="Ben Kelly" userId="c94d8882-69fe-4a70-b219-d94260460edf" providerId="ADAL" clId="{841BF6FD-3DB7-41E9-B320-79265F160705}" dt="2024-12-09T22:34:43.324" v="6644" actId="1076"/>
          <ac:grpSpMkLst>
            <pc:docMk/>
            <pc:sldMk cId="2530797187" sldId="283"/>
            <ac:grpSpMk id="2" creationId="{6C25A6E1-D037-D892-99B0-54BECA66C44B}"/>
          </ac:grpSpMkLst>
        </pc:grpChg>
        <pc:picChg chg="mod">
          <ac:chgData name="Ben Kelly" userId="c94d8882-69fe-4a70-b219-d94260460edf" providerId="ADAL" clId="{841BF6FD-3DB7-41E9-B320-79265F160705}" dt="2024-12-09T22:33:01.751" v="6618"/>
          <ac:picMkLst>
            <pc:docMk/>
            <pc:sldMk cId="2530797187" sldId="283"/>
            <ac:picMk id="5" creationId="{18D154EE-58AD-1B67-253B-B11A0231C309}"/>
          </ac:picMkLst>
        </pc:picChg>
        <pc:picChg chg="del">
          <ac:chgData name="Ben Kelly" userId="c94d8882-69fe-4a70-b219-d94260460edf" providerId="ADAL" clId="{841BF6FD-3DB7-41E9-B320-79265F160705}" dt="2024-12-09T22:32:08.722" v="6527" actId="478"/>
          <ac:picMkLst>
            <pc:docMk/>
            <pc:sldMk cId="2530797187" sldId="283"/>
            <ac:picMk id="6" creationId="{BFAB5FB9-7AAB-AF69-4770-02A646231393}"/>
          </ac:picMkLst>
        </pc:picChg>
        <pc:picChg chg="del">
          <ac:chgData name="Ben Kelly" userId="c94d8882-69fe-4a70-b219-d94260460edf" providerId="ADAL" clId="{841BF6FD-3DB7-41E9-B320-79265F160705}" dt="2024-12-09T22:32:09.274" v="6528" actId="478"/>
          <ac:picMkLst>
            <pc:docMk/>
            <pc:sldMk cId="2530797187" sldId="283"/>
            <ac:picMk id="8" creationId="{3D6F8ACE-5F16-DF6F-2BE2-0D0A6A7D9D2A}"/>
          </ac:picMkLst>
        </pc:picChg>
        <pc:picChg chg="del mod">
          <ac:chgData name="Ben Kelly" userId="c94d8882-69fe-4a70-b219-d94260460edf" providerId="ADAL" clId="{841BF6FD-3DB7-41E9-B320-79265F160705}" dt="2024-12-09T22:32:12.520" v="6532" actId="478"/>
          <ac:picMkLst>
            <pc:docMk/>
            <pc:sldMk cId="2530797187" sldId="283"/>
            <ac:picMk id="9" creationId="{D3DDFF0F-FAC6-B7F0-F63B-5B688A26D606}"/>
          </ac:picMkLst>
        </pc:picChg>
      </pc:sldChg>
      <pc:sldChg chg="new del">
        <pc:chgData name="Ben Kelly" userId="c94d8882-69fe-4a70-b219-d94260460edf" providerId="ADAL" clId="{841BF6FD-3DB7-41E9-B320-79265F160705}" dt="2024-12-09T22:32:01.429" v="6525" actId="680"/>
        <pc:sldMkLst>
          <pc:docMk/>
          <pc:sldMk cId="3179705877" sldId="283"/>
        </pc:sldMkLst>
      </pc:sldChg>
      <pc:sldChg chg="addSp delSp modSp add mod">
        <pc:chgData name="Ben Kelly" userId="c94d8882-69fe-4a70-b219-d94260460edf" providerId="ADAL" clId="{841BF6FD-3DB7-41E9-B320-79265F160705}" dt="2024-12-09T23:48:34.132" v="7057" actId="20577"/>
        <pc:sldMkLst>
          <pc:docMk/>
          <pc:sldMk cId="1416996513" sldId="284"/>
        </pc:sldMkLst>
        <pc:spChg chg="mod">
          <ac:chgData name="Ben Kelly" userId="c94d8882-69fe-4a70-b219-d94260460edf" providerId="ADAL" clId="{841BF6FD-3DB7-41E9-B320-79265F160705}" dt="2024-12-09T23:48:13.137" v="7050" actId="20577"/>
          <ac:spMkLst>
            <pc:docMk/>
            <pc:sldMk cId="1416996513" sldId="284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3:48:34.132" v="7057" actId="20577"/>
          <ac:spMkLst>
            <pc:docMk/>
            <pc:sldMk cId="1416996513" sldId="284"/>
            <ac:spMk id="4" creationId="{BB28AD95-FEBE-622C-A530-49482E08AABE}"/>
          </ac:spMkLst>
        </pc:spChg>
        <pc:spChg chg="mod ord">
          <ac:chgData name="Ben Kelly" userId="c94d8882-69fe-4a70-b219-d94260460edf" providerId="ADAL" clId="{841BF6FD-3DB7-41E9-B320-79265F160705}" dt="2024-12-09T23:35:52.236" v="6948" actId="166"/>
          <ac:spMkLst>
            <pc:docMk/>
            <pc:sldMk cId="1416996513" sldId="284"/>
            <ac:spMk id="7" creationId="{BD86E502-D71E-F0B8-1B94-5EC9390025FC}"/>
          </ac:spMkLst>
        </pc:spChg>
        <pc:spChg chg="add mod">
          <ac:chgData name="Ben Kelly" userId="c94d8882-69fe-4a70-b219-d94260460edf" providerId="ADAL" clId="{841BF6FD-3DB7-41E9-B320-79265F160705}" dt="2024-12-09T23:47:32.477" v="7048" actId="113"/>
          <ac:spMkLst>
            <pc:docMk/>
            <pc:sldMk cId="1416996513" sldId="284"/>
            <ac:spMk id="8" creationId="{3DB5AA14-2E6A-52E0-D9B7-1E822D59D8E5}"/>
          </ac:spMkLst>
        </pc:spChg>
        <pc:spChg chg="del">
          <ac:chgData name="Ben Kelly" userId="c94d8882-69fe-4a70-b219-d94260460edf" providerId="ADAL" clId="{841BF6FD-3DB7-41E9-B320-79265F160705}" dt="2024-12-09T23:35:19.872" v="6935" actId="478"/>
          <ac:spMkLst>
            <pc:docMk/>
            <pc:sldMk cId="1416996513" sldId="284"/>
            <ac:spMk id="27" creationId="{C7BBDD64-912E-D7C5-4A5D-F1375F194388}"/>
          </ac:spMkLst>
        </pc:spChg>
        <pc:grpChg chg="del">
          <ac:chgData name="Ben Kelly" userId="c94d8882-69fe-4a70-b219-d94260460edf" providerId="ADAL" clId="{841BF6FD-3DB7-41E9-B320-79265F160705}" dt="2024-12-09T23:35:21.307" v="6936" actId="478"/>
          <ac:grpSpMkLst>
            <pc:docMk/>
            <pc:sldMk cId="1416996513" sldId="284"/>
            <ac:grpSpMk id="2" creationId="{6C25A6E1-D037-D892-99B0-54BECA66C44B}"/>
          </ac:grpSpMkLst>
        </pc:grpChg>
        <pc:picChg chg="add mod">
          <ac:chgData name="Ben Kelly" userId="c94d8882-69fe-4a70-b219-d94260460edf" providerId="ADAL" clId="{841BF6FD-3DB7-41E9-B320-79265F160705}" dt="2024-12-09T23:46:49.263" v="7034" actId="1038"/>
          <ac:picMkLst>
            <pc:docMk/>
            <pc:sldMk cId="1416996513" sldId="284"/>
            <ac:picMk id="6" creationId="{B8609928-804E-838A-E050-91C366BEAB98}"/>
          </ac:picMkLst>
        </pc:picChg>
      </pc:sldChg>
      <pc:sldChg chg="add del">
        <pc:chgData name="Ben Kelly" userId="c94d8882-69fe-4a70-b219-d94260460edf" providerId="ADAL" clId="{841BF6FD-3DB7-41E9-B320-79265F160705}" dt="2024-12-09T22:32:50.192" v="6617"/>
        <pc:sldMkLst>
          <pc:docMk/>
          <pc:sldMk cId="2724115849" sldId="284"/>
        </pc:sldMkLst>
      </pc:sldChg>
      <pc:sldChg chg="delSp modSp add mod">
        <pc:chgData name="Ben Kelly" userId="c94d8882-69fe-4a70-b219-d94260460edf" providerId="ADAL" clId="{841BF6FD-3DB7-41E9-B320-79265F160705}" dt="2024-12-10T00:02:00.589" v="7706" actId="20577"/>
        <pc:sldMkLst>
          <pc:docMk/>
          <pc:sldMk cId="2133983090" sldId="285"/>
        </pc:sldMkLst>
        <pc:spChg chg="mod">
          <ac:chgData name="Ben Kelly" userId="c94d8882-69fe-4a70-b219-d94260460edf" providerId="ADAL" clId="{841BF6FD-3DB7-41E9-B320-79265F160705}" dt="2024-12-10T00:02:00.589" v="7706" actId="20577"/>
          <ac:spMkLst>
            <pc:docMk/>
            <pc:sldMk cId="2133983090" sldId="285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3:57:47.147" v="7415" actId="20577"/>
          <ac:spMkLst>
            <pc:docMk/>
            <pc:sldMk cId="2133983090" sldId="285"/>
            <ac:spMk id="4" creationId="{BB28AD95-FEBE-622C-A530-49482E08AABE}"/>
          </ac:spMkLst>
        </pc:spChg>
        <pc:spChg chg="mod">
          <ac:chgData name="Ben Kelly" userId="c94d8882-69fe-4a70-b219-d94260460edf" providerId="ADAL" clId="{841BF6FD-3DB7-41E9-B320-79265F160705}" dt="2024-12-10T00:01:14.603" v="7704" actId="1076"/>
          <ac:spMkLst>
            <pc:docMk/>
            <pc:sldMk cId="2133983090" sldId="285"/>
            <ac:spMk id="7" creationId="{BD86E502-D71E-F0B8-1B94-5EC9390025FC}"/>
          </ac:spMkLst>
        </pc:spChg>
        <pc:spChg chg="del mod">
          <ac:chgData name="Ben Kelly" userId="c94d8882-69fe-4a70-b219-d94260460edf" providerId="ADAL" clId="{841BF6FD-3DB7-41E9-B320-79265F160705}" dt="2024-12-09T23:56:11.121" v="7134" actId="478"/>
          <ac:spMkLst>
            <pc:docMk/>
            <pc:sldMk cId="2133983090" sldId="285"/>
            <ac:spMk id="8" creationId="{3DB5AA14-2E6A-52E0-D9B7-1E822D59D8E5}"/>
          </ac:spMkLst>
        </pc:spChg>
        <pc:picChg chg="del">
          <ac:chgData name="Ben Kelly" userId="c94d8882-69fe-4a70-b219-d94260460edf" providerId="ADAL" clId="{841BF6FD-3DB7-41E9-B320-79265F160705}" dt="2024-12-09T23:56:05.921" v="7131" actId="478"/>
          <ac:picMkLst>
            <pc:docMk/>
            <pc:sldMk cId="2133983090" sldId="285"/>
            <ac:picMk id="6" creationId="{B8609928-804E-838A-E050-91C366BEAB98}"/>
          </ac:picMkLst>
        </pc:picChg>
      </pc:sldChg>
      <pc:sldChg chg="add del">
        <pc:chgData name="Ben Kelly" userId="c94d8882-69fe-4a70-b219-d94260460edf" providerId="ADAL" clId="{841BF6FD-3DB7-41E9-B320-79265F160705}" dt="2024-12-09T23:35:23.620" v="6938"/>
        <pc:sldMkLst>
          <pc:docMk/>
          <pc:sldMk cId="4095611869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AFFD8-F4FB-443E-920B-CCD292EE159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BC819-7124-4E6A-965C-E7653B7F2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56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BC819-7124-4E6A-965C-E7653B7F26A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689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CRAB: carbapenem-resistant </a:t>
            </a:r>
            <a:r>
              <a:rPr lang="en-GB" sz="1200" i="1" dirty="0"/>
              <a:t>Acinetobacter baumannii</a:t>
            </a:r>
            <a:r>
              <a:rPr lang="en-GB" sz="1200" dirty="0"/>
              <a:t>; CRPA: carbapenem-resistant </a:t>
            </a:r>
            <a:r>
              <a:rPr lang="en-GB" sz="1200" i="1" dirty="0"/>
              <a:t>Pseudomonas aeruginosa</a:t>
            </a:r>
            <a:r>
              <a:rPr lang="en-GB" sz="1200" dirty="0"/>
              <a:t>; CRE: carbapenem-resistant Enterobacteriaceae; KPC: </a:t>
            </a:r>
            <a:r>
              <a:rPr lang="en-GB" sz="1200" i="1" dirty="0"/>
              <a:t>Klebsiella pneumoniae </a:t>
            </a:r>
            <a:r>
              <a:rPr lang="en-GB" sz="1200" dirty="0" err="1"/>
              <a:t>carbapenemase</a:t>
            </a:r>
            <a:r>
              <a:rPr lang="en-GB" sz="1200" dirty="0"/>
              <a:t>; MRSA, methicillin-resistant </a:t>
            </a:r>
            <a:r>
              <a:rPr lang="en-GB" sz="1200" i="1" dirty="0"/>
              <a:t>Staphylococcus aureus</a:t>
            </a:r>
            <a:r>
              <a:rPr lang="en-GB" sz="1200" dirty="0"/>
              <a:t>; VRE, vancomycin-resistant </a:t>
            </a:r>
            <a:r>
              <a:rPr lang="en-GB" sz="1200" i="1" dirty="0"/>
              <a:t>enterococcus</a:t>
            </a:r>
            <a:r>
              <a:rPr lang="en-GB" sz="1200" dirty="0"/>
              <a:t>; ESBL, extended-spectrum beta-lactamases; ABSSSI, acute bacterial skin and skin structure infections; </a:t>
            </a:r>
            <a:r>
              <a:rPr lang="en-GB" sz="1200" dirty="0" err="1"/>
              <a:t>cUTI</a:t>
            </a:r>
            <a:r>
              <a:rPr lang="en-GB" sz="1200" dirty="0"/>
              <a:t>, complicated urinary-tract infections; </a:t>
            </a:r>
            <a:r>
              <a:rPr lang="en-GB" sz="1200" dirty="0" err="1"/>
              <a:t>cIAI</a:t>
            </a:r>
            <a:r>
              <a:rPr lang="en-GB" sz="1200" dirty="0"/>
              <a:t>, complicated intra-abdominal infections; CAP, community-acquired pneumonia; CABP, community-acquired bacterial pneumonia; HAP/VAP, hospital-acquired pneumonia (nosocomial pneumonia) and ventilator-associated pneumonia; XDR-TB, extensively drug-resistant tuberculosis; MDR-TB, multi-</a:t>
            </a:r>
            <a:r>
              <a:rPr lang="en-GB" sz="1200" dirty="0" err="1"/>
              <a:t>drugresistant</a:t>
            </a:r>
            <a:r>
              <a:rPr lang="en-GB" sz="1200" dirty="0"/>
              <a:t> tuberculosis; CDI, Clostridium </a:t>
            </a:r>
            <a:r>
              <a:rPr lang="en-GB" sz="1200" dirty="0" err="1"/>
              <a:t>difcile</a:t>
            </a:r>
            <a:r>
              <a:rPr lang="en-GB" sz="1200" dirty="0"/>
              <a:t> infection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BC819-7124-4E6A-965C-E7653B7F26A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801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33F44-FAE7-A86F-764C-C8F9A1090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23B35-D7AB-04F0-EB9A-4959DFC21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9F682-326C-7979-FDD9-59488DA19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092E5-462D-AF40-0922-E548BF8C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75BA7-F225-1568-6772-C3968125F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525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BB9AA-F20B-D233-DC83-DD13D727E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D9C98-3114-0C2D-92AF-AC70B3C4C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A9A25-AC13-6F7B-48F1-9E8DA2F3E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0E4BF-AC53-E51E-D6F7-A62395B25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D63AE-A6A3-6414-6E57-D862DEAE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911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6A3A8-1E57-D625-3773-1805133A8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86C5C-A9A8-4EF1-F5CD-53231C045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1C1D9-AC6B-137F-7277-81B475D92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E54D1-BAE7-D5A7-6988-A86B3AB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C1A8C-188B-4D55-FCC0-3951A4846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12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141A3-173F-28B2-8607-AF8990E27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7A150-ADF3-22D2-4356-07672D20A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0D494-32A4-42A4-9A62-92C1BEE25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8C3D2-3F1A-9B7D-5535-02A2D878F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DD6C7-CDC5-64F9-B8B3-145E330E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8ACBC-D61B-47D9-42BB-98276109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896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BE089-53EB-DAE0-68B5-0AE2B517E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3A087-D8BC-6DD2-89AB-242633218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030B0-74BC-9B3B-6E48-A37583101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A96BF5-D5A5-E2A5-40E3-DAD1108A8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D6D05-90F8-47E6-B189-3F80530F3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0C6026-D052-1AB9-D0CC-9003B3AF5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224A50-88E8-FCBD-6266-CA40F57D2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CAB5C6-D92D-97EB-F90F-0AE20657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04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C54D2-BBAB-B89B-4173-AF44C1C80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7F75E-C2BF-8CDC-5049-69409741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404D60-196D-254E-C3C2-905A4D0F1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72078-577E-8E95-510C-B65DC3808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810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2C0F3-0A50-CF8B-5ADF-FF27C1DA0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1969F9-F084-D66A-799B-17A585B0E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A3E4E-98A4-8C4C-5C2F-CFCD0396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406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86E5-D738-66AA-455D-390A7E02E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F4D39-AA75-B8EF-DFAD-7DFE016C5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82060-E65E-1ECA-8DBC-45419E14D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81B4E-66B7-F56D-201E-939BBFC79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90C67-376E-536B-D26D-4BB077A8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43A1-8B92-96D1-A516-425D638D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607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5FCF5-9CC5-ABD7-C510-C4727FAC2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4A409-CCFA-6226-1199-D55D29040A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647F5-1138-D331-7F91-5DA2F351D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80FE8-E658-A759-24B1-0A70EDDE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535CC-8CDB-086E-A167-1C972D3B7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D6CA5-2448-BF92-1C64-828FAC90D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667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6E1F-0484-E34B-92CA-CE1D64466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2CE6C-6CD1-5B83-72E8-F23500261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E3941-DB05-6585-8979-0477199F1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F712-9302-F6AE-ACC1-F28CED5EA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AFB20-BC6F-20AF-1861-3142AEB02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896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69C881-5A76-C78E-6E25-7B0CFFE228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CC0BD-5636-A2EC-3243-4B0EA0B6E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9752B-D213-0D91-668E-617270541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94F31-F569-A4DB-A190-08F1193A2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F738E-444C-BF45-1A1C-833D84D2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26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60494B-F44C-038B-3956-6B4348EDD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06317-B89F-5969-2234-2531F18FB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7A129-4AAA-6D20-6867-1CC1DA9A8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7971D-0511-B8BB-824A-FC55EA7AF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B8BCF-4567-76CB-A758-444B33705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06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image" Target="../media/image14.emf"/><Relationship Id="rId3" Type="http://schemas.openxmlformats.org/officeDocument/2006/relationships/image" Target="../media/image8.emf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5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image" Target="../media/image13.emf"/><Relationship Id="rId5" Type="http://schemas.openxmlformats.org/officeDocument/2006/relationships/image" Target="../media/image9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17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6.emf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gi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29.emf"/><Relationship Id="rId7" Type="http://schemas.openxmlformats.org/officeDocument/2006/relationships/image" Target="../media/image31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33.emf"/><Relationship Id="rId5" Type="http://schemas.openxmlformats.org/officeDocument/2006/relationships/image" Target="../media/image30.e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22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t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emf"/><Relationship Id="rId4" Type="http://schemas.openxmlformats.org/officeDocument/2006/relationships/oleObject" Target="../embeddings/oleObject25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E54EA5-85C1-CDA5-61BD-39DC349CDDBA}"/>
              </a:ext>
            </a:extLst>
          </p:cNvPr>
          <p:cNvSpPr/>
          <p:nvPr/>
        </p:nvSpPr>
        <p:spPr>
          <a:xfrm>
            <a:off x="0" y="0"/>
            <a:ext cx="12192000" cy="27272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spc="300" dirty="0">
                <a:solidFill>
                  <a:schemeClr val="bg1"/>
                </a:solidFill>
                <a:latin typeface="Aptos Display" panose="020B0004020202020204" pitchFamily="34" charset="0"/>
              </a:rPr>
              <a:t>Derivatised pantetheine probes to reveal protein structure and function</a:t>
            </a:r>
            <a:endParaRPr lang="en-GB" sz="4400" b="1" dirty="0">
              <a:latin typeface="Aptos Display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CD68AD-3F7E-EC07-E103-EDD4EB2A7C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940" r="8032"/>
          <a:stretch/>
        </p:blipFill>
        <p:spPr>
          <a:xfrm>
            <a:off x="350708" y="3081717"/>
            <a:ext cx="3687703" cy="2606107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43B86FB1-593A-576E-3A85-13BE0D8B5826}"/>
              </a:ext>
            </a:extLst>
          </p:cNvPr>
          <p:cNvSpPr txBox="1"/>
          <p:nvPr/>
        </p:nvSpPr>
        <p:spPr>
          <a:xfrm>
            <a:off x="3845750" y="3488035"/>
            <a:ext cx="45005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 b="1" i="1" dirty="0"/>
              <a:t>Benjamin Kelly</a:t>
            </a:r>
          </a:p>
          <a:p>
            <a:pPr algn="ctr"/>
            <a:endParaRPr lang="en-GB" sz="2000" b="1" i="1" dirty="0"/>
          </a:p>
          <a:p>
            <a:pPr algn="ctr"/>
            <a:r>
              <a:rPr lang="en-GB" sz="2000" i="1" dirty="0"/>
              <a:t>Supervisors: xxx, xxx</a:t>
            </a:r>
          </a:p>
          <a:p>
            <a:pPr algn="ctr"/>
            <a:endParaRPr lang="en-GB" sz="2000" i="1" dirty="0"/>
          </a:p>
          <a:p>
            <a:pPr algn="ctr">
              <a:spcBef>
                <a:spcPts val="0"/>
              </a:spcBef>
            </a:pPr>
            <a:r>
              <a:rPr lang="en-GB" sz="2000" i="1" dirty="0"/>
              <a:t>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16E2BD-BF45-9ADB-644A-D55606E94491}"/>
              </a:ext>
            </a:extLst>
          </p:cNvPr>
          <p:cNvSpPr/>
          <p:nvPr/>
        </p:nvSpPr>
        <p:spPr>
          <a:xfrm>
            <a:off x="0" y="5832649"/>
            <a:ext cx="12192000" cy="1052735"/>
          </a:xfrm>
          <a:prstGeom prst="rect">
            <a:avLst/>
          </a:prstGeom>
          <a:solidFill>
            <a:srgbClr val="0CC6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b="1" dirty="0">
              <a:solidFill>
                <a:prstClr val="white"/>
              </a:solidFill>
            </a:endParaRPr>
          </a:p>
        </p:txBody>
      </p:sp>
      <p:pic>
        <p:nvPicPr>
          <p:cNvPr id="13" name="Picture 12" descr="A close-up of some colorful ribbons&#10;&#10;Description automatically generated with medium confidence">
            <a:extLst>
              <a:ext uri="{FF2B5EF4-FFF2-40B4-BE49-F238E27FC236}">
                <a16:creationId xmlns:a16="http://schemas.microsoft.com/office/drawing/2014/main" id="{8ED0F9F5-D4A2-6AB0-143E-F5FEF770063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9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5183" flipH="1">
            <a:off x="9195003" y="2916325"/>
            <a:ext cx="2270952" cy="2727229"/>
          </a:xfrm>
          <a:prstGeom prst="rect">
            <a:avLst/>
          </a:prstGeom>
        </p:spPr>
      </p:pic>
      <p:pic>
        <p:nvPicPr>
          <p:cNvPr id="14" name="Picture 13" descr="A picture containing text, graphics, font, logo&#10;&#10;Description automatically generated">
            <a:extLst>
              <a:ext uri="{FF2B5EF4-FFF2-40B4-BE49-F238E27FC236}">
                <a16:creationId xmlns:a16="http://schemas.microsoft.com/office/drawing/2014/main" id="{2930DC6A-88AF-3661-DA16-5E3110EC5D7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5986029"/>
            <a:ext cx="1754799" cy="827347"/>
          </a:xfrm>
          <a:prstGeom prst="rect">
            <a:avLst/>
          </a:prstGeom>
        </p:spPr>
      </p:pic>
      <p:pic>
        <p:nvPicPr>
          <p:cNvPr id="15" name="Picture 14" descr="A close-up of a logo&#10;&#10;Description automatically generated">
            <a:extLst>
              <a:ext uri="{FF2B5EF4-FFF2-40B4-BE49-F238E27FC236}">
                <a16:creationId xmlns:a16="http://schemas.microsoft.com/office/drawing/2014/main" id="{B678F3DA-030D-87EB-7076-69627AF967C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864" y="6028338"/>
            <a:ext cx="2386272" cy="690966"/>
          </a:xfrm>
          <a:prstGeom prst="rect">
            <a:avLst/>
          </a:prstGeom>
        </p:spPr>
      </p:pic>
      <p:pic>
        <p:nvPicPr>
          <p:cNvPr id="16" name="Picture 15" descr="A logo with white text&#10;&#10;Description automatically generated">
            <a:extLst>
              <a:ext uri="{FF2B5EF4-FFF2-40B4-BE49-F238E27FC236}">
                <a16:creationId xmlns:a16="http://schemas.microsoft.com/office/drawing/2014/main" id="{97E3ED2F-0FB6-C86A-C5E9-C44A6FED45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20" y="6054957"/>
            <a:ext cx="2757952" cy="68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557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893B909-5D02-27A4-8CDF-7C47C886B0DB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spc="300" dirty="0">
                <a:solidFill>
                  <a:schemeClr val="bg1"/>
                </a:solidFill>
                <a:latin typeface="Aptos Display" panose="020B0004020202020204" pitchFamily="34" charset="0"/>
              </a:rPr>
              <a:t>Outline</a:t>
            </a:r>
            <a:endParaRPr lang="en-GB" sz="4000" b="1" dirty="0">
              <a:latin typeface="Aptos Display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CF567-E2E5-3E37-D4B9-2439FF490F24}"/>
              </a:ext>
            </a:extLst>
          </p:cNvPr>
          <p:cNvSpPr txBox="1"/>
          <p:nvPr/>
        </p:nvSpPr>
        <p:spPr>
          <a:xfrm>
            <a:off x="741680" y="1950720"/>
            <a:ext cx="65024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AutoNum type="arabicPeriod"/>
            </a:pPr>
            <a:r>
              <a:rPr lang="en-GB" sz="2000" dirty="0"/>
              <a:t>Introduction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GB" sz="2000" dirty="0"/>
              <a:t>Previous applications of this methodology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GB" sz="2000" dirty="0"/>
              <a:t>Synthesis of the bromoacetamide probe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GB" sz="2000" dirty="0"/>
              <a:t>Protein cross-linking reaction trials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GB" sz="2000" dirty="0"/>
              <a:t>Future work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5883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D3B7E3-F85F-86E9-6D2D-7BA65C2F66C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dirty="0">
                <a:latin typeface="Aptos Display" panose="020B0004020202020204" pitchFamily="34" charset="0"/>
              </a:rPr>
              <a:t>Antibiotic resistance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41633-8064-6682-BE1F-BCA2940E8AC8}"/>
              </a:ext>
            </a:extLst>
          </p:cNvPr>
          <p:cNvSpPr txBox="1"/>
          <p:nvPr/>
        </p:nvSpPr>
        <p:spPr>
          <a:xfrm>
            <a:off x="3413760" y="6140548"/>
            <a:ext cx="83508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Al-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Tawfiq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J. A.;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Momattin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H.; Al-Ali, A. Y.;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Eljaaly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K.;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Tirupathi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R.;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Haradwala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M. B.; Areti, S.;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Alhumaid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S.;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Rabaan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A. A.; Al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Mutair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A.;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Schlagenhauf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P. Antibiotics in the Pipeline: A Literature Review (2017–2020). </a:t>
            </a:r>
            <a:r>
              <a:rPr lang="en-GB" sz="1200" i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Infection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</a:t>
            </a:r>
            <a:r>
              <a:rPr lang="en-GB" sz="1200" b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2022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</a:t>
            </a:r>
            <a:r>
              <a:rPr lang="en-GB" sz="1200" i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50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(3), 553–564. https://doi.org/10.1007/s15010-021-01709-3.</a:t>
            </a:r>
            <a:endParaRPr lang="en-GB" sz="1200" dirty="0">
              <a:solidFill>
                <a:srgbClr val="1E297E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2AA7FE-FB34-76CC-CF0F-4E549D762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6" r="3106"/>
          <a:stretch/>
        </p:blipFill>
        <p:spPr bwMode="auto">
          <a:xfrm rot="10800000">
            <a:off x="-1" y="4889792"/>
            <a:ext cx="3281681" cy="1968206"/>
          </a:xfrm>
          <a:custGeom>
            <a:avLst/>
            <a:gdLst>
              <a:gd name="connsiteX0" fmla="*/ 4131903 w 9501999"/>
              <a:gd name="connsiteY0" fmla="*/ 4105777 h 5698875"/>
              <a:gd name="connsiteX1" fmla="*/ 4470909 w 9501999"/>
              <a:gd name="connsiteY1" fmla="*/ 4275204 h 5698875"/>
              <a:gd name="connsiteX2" fmla="*/ 4421393 w 9501999"/>
              <a:gd name="connsiteY2" fmla="*/ 4973728 h 5698875"/>
              <a:gd name="connsiteX3" fmla="*/ 4404717 w 9501999"/>
              <a:gd name="connsiteY3" fmla="*/ 4988196 h 5698875"/>
              <a:gd name="connsiteX4" fmla="*/ 3706194 w 9501999"/>
              <a:gd name="connsiteY4" fmla="*/ 4938681 h 5698875"/>
              <a:gd name="connsiteX5" fmla="*/ 3755709 w 9501999"/>
              <a:gd name="connsiteY5" fmla="*/ 4240157 h 5698875"/>
              <a:gd name="connsiteX6" fmla="*/ 3772385 w 9501999"/>
              <a:gd name="connsiteY6" fmla="*/ 4225689 h 5698875"/>
              <a:gd name="connsiteX7" fmla="*/ 4131903 w 9501999"/>
              <a:gd name="connsiteY7" fmla="*/ 4105777 h 5698875"/>
              <a:gd name="connsiteX8" fmla="*/ 9501999 w 9501999"/>
              <a:gd name="connsiteY8" fmla="*/ 953972 h 5698875"/>
              <a:gd name="connsiteX9" fmla="*/ 9501999 w 9501999"/>
              <a:gd name="connsiteY9" fmla="*/ 2450875 h 5698875"/>
              <a:gd name="connsiteX10" fmla="*/ 5917824 w 9501999"/>
              <a:gd name="connsiteY10" fmla="*/ 5560550 h 5698875"/>
              <a:gd name="connsiteX11" fmla="*/ 5120326 w 9501999"/>
              <a:gd name="connsiteY11" fmla="*/ 5504019 h 5698875"/>
              <a:gd name="connsiteX12" fmla="*/ 5176857 w 9501999"/>
              <a:gd name="connsiteY12" fmla="*/ 4706520 h 5698875"/>
              <a:gd name="connsiteX13" fmla="*/ 887362 w 9501999"/>
              <a:gd name="connsiteY13" fmla="*/ 553038 h 5698875"/>
              <a:gd name="connsiteX14" fmla="*/ 1226369 w 9501999"/>
              <a:gd name="connsiteY14" fmla="*/ 722464 h 5698875"/>
              <a:gd name="connsiteX15" fmla="*/ 1176853 w 9501999"/>
              <a:gd name="connsiteY15" fmla="*/ 1420987 h 5698875"/>
              <a:gd name="connsiteX16" fmla="*/ 819682 w 9501999"/>
              <a:gd name="connsiteY16" fmla="*/ 1730873 h 5698875"/>
              <a:gd name="connsiteX17" fmla="*/ 121159 w 9501999"/>
              <a:gd name="connsiteY17" fmla="*/ 1681358 h 5698875"/>
              <a:gd name="connsiteX18" fmla="*/ 170674 w 9501999"/>
              <a:gd name="connsiteY18" fmla="*/ 982834 h 5698875"/>
              <a:gd name="connsiteX19" fmla="*/ 527845 w 9501999"/>
              <a:gd name="connsiteY19" fmla="*/ 672948 h 5698875"/>
              <a:gd name="connsiteX20" fmla="*/ 887362 w 9501999"/>
              <a:gd name="connsiteY20" fmla="*/ 553038 h 5698875"/>
              <a:gd name="connsiteX21" fmla="*/ 8588095 w 9501999"/>
              <a:gd name="connsiteY21" fmla="*/ 0 h 5698875"/>
              <a:gd name="connsiteX22" fmla="*/ 9501999 w 9501999"/>
              <a:gd name="connsiteY22" fmla="*/ 0 h 5698875"/>
              <a:gd name="connsiteX23" fmla="*/ 9501999 w 9501999"/>
              <a:gd name="connsiteY23" fmla="*/ 518212 h 5698875"/>
              <a:gd name="connsiteX24" fmla="*/ 5268814 w 9501999"/>
              <a:gd name="connsiteY24" fmla="*/ 4190977 h 5698875"/>
              <a:gd name="connsiteX25" fmla="*/ 4570289 w 9501999"/>
              <a:gd name="connsiteY25" fmla="*/ 4141462 h 5698875"/>
              <a:gd name="connsiteX26" fmla="*/ 4619805 w 9501999"/>
              <a:gd name="connsiteY26" fmla="*/ 3442939 h 5698875"/>
              <a:gd name="connsiteX27" fmla="*/ 5442741 w 9501999"/>
              <a:gd name="connsiteY27" fmla="*/ 0 h 5698875"/>
              <a:gd name="connsiteX28" fmla="*/ 7800007 w 9501999"/>
              <a:gd name="connsiteY28" fmla="*/ 0 h 5698875"/>
              <a:gd name="connsiteX29" fmla="*/ 7773865 w 9501999"/>
              <a:gd name="connsiteY29" fmla="*/ 155729 h 5698875"/>
              <a:gd name="connsiteX30" fmla="*/ 7494679 w 9501999"/>
              <a:gd name="connsiteY30" fmla="*/ 601325 h 5698875"/>
              <a:gd name="connsiteX31" fmla="*/ 2287652 w 9501999"/>
              <a:gd name="connsiteY31" fmla="*/ 5119004 h 5698875"/>
              <a:gd name="connsiteX32" fmla="*/ 1018811 w 9501999"/>
              <a:gd name="connsiteY32" fmla="*/ 5029061 h 5698875"/>
              <a:gd name="connsiteX33" fmla="*/ 1018813 w 9501999"/>
              <a:gd name="connsiteY33" fmla="*/ 5029062 h 5698875"/>
              <a:gd name="connsiteX34" fmla="*/ 1108756 w 9501999"/>
              <a:gd name="connsiteY34" fmla="*/ 3760220 h 5698875"/>
              <a:gd name="connsiteX35" fmla="*/ 3021069 w 9501999"/>
              <a:gd name="connsiteY35" fmla="*/ 0 h 5698875"/>
              <a:gd name="connsiteX36" fmla="*/ 5022506 w 9501999"/>
              <a:gd name="connsiteY36" fmla="*/ 0 h 5698875"/>
              <a:gd name="connsiteX37" fmla="*/ 1269731 w 9501999"/>
              <a:gd name="connsiteY37" fmla="*/ 3255954 h 5698875"/>
              <a:gd name="connsiteX38" fmla="*/ 344599 w 9501999"/>
              <a:gd name="connsiteY38" fmla="*/ 3190375 h 5698875"/>
              <a:gd name="connsiteX39" fmla="*/ 410178 w 9501999"/>
              <a:gd name="connsiteY39" fmla="*/ 2265243 h 5698875"/>
              <a:gd name="connsiteX40" fmla="*/ 1336664 w 9501999"/>
              <a:gd name="connsiteY40" fmla="*/ 0 h 5698875"/>
              <a:gd name="connsiteX41" fmla="*/ 2830500 w 9501999"/>
              <a:gd name="connsiteY41" fmla="*/ 0 h 5698875"/>
              <a:gd name="connsiteX42" fmla="*/ 2056788 w 9501999"/>
              <a:gd name="connsiteY42" fmla="*/ 671282 h 5698875"/>
              <a:gd name="connsiteX43" fmla="*/ 1358265 w 9501999"/>
              <a:gd name="connsiteY43" fmla="*/ 621767 h 5698875"/>
              <a:gd name="connsiteX44" fmla="*/ 1287697 w 9501999"/>
              <a:gd name="connsiteY44" fmla="*/ 78948 h 5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501999" h="5698875">
                <a:moveTo>
                  <a:pt x="4131903" y="4105777"/>
                </a:moveTo>
                <a:cubicBezTo>
                  <a:pt x="4258310" y="4114737"/>
                  <a:pt x="4381300" y="4171921"/>
                  <a:pt x="4470909" y="4275204"/>
                </a:cubicBezTo>
                <a:cubicBezTo>
                  <a:pt x="4650127" y="4481770"/>
                  <a:pt x="4627959" y="4794508"/>
                  <a:pt x="4421393" y="4973728"/>
                </a:cubicBezTo>
                <a:lnTo>
                  <a:pt x="4404717" y="4988196"/>
                </a:lnTo>
                <a:cubicBezTo>
                  <a:pt x="4198152" y="5167415"/>
                  <a:pt x="3885411" y="5145247"/>
                  <a:pt x="3706194" y="4938681"/>
                </a:cubicBezTo>
                <a:cubicBezTo>
                  <a:pt x="3526975" y="4732115"/>
                  <a:pt x="3549143" y="4419377"/>
                  <a:pt x="3755709" y="4240157"/>
                </a:cubicBezTo>
                <a:lnTo>
                  <a:pt x="3772385" y="4225689"/>
                </a:lnTo>
                <a:cubicBezTo>
                  <a:pt x="3875668" y="4136079"/>
                  <a:pt x="4005495" y="4096816"/>
                  <a:pt x="4131903" y="4105777"/>
                </a:cubicBezTo>
                <a:close/>
                <a:moveTo>
                  <a:pt x="9501999" y="953972"/>
                </a:moveTo>
                <a:lnTo>
                  <a:pt x="9501999" y="2450875"/>
                </a:lnTo>
                <a:lnTo>
                  <a:pt x="5917824" y="5560550"/>
                </a:lnTo>
                <a:cubicBezTo>
                  <a:pt x="5681991" y="5765163"/>
                  <a:pt x="5324938" y="5739853"/>
                  <a:pt x="5120326" y="5504019"/>
                </a:cubicBezTo>
                <a:cubicBezTo>
                  <a:pt x="4915712" y="5268184"/>
                  <a:pt x="4941023" y="4911132"/>
                  <a:pt x="5176857" y="4706520"/>
                </a:cubicBezTo>
                <a:close/>
                <a:moveTo>
                  <a:pt x="887362" y="553038"/>
                </a:moveTo>
                <a:cubicBezTo>
                  <a:pt x="1013770" y="561998"/>
                  <a:pt x="1136759" y="619181"/>
                  <a:pt x="1226369" y="722464"/>
                </a:cubicBezTo>
                <a:cubicBezTo>
                  <a:pt x="1405587" y="929029"/>
                  <a:pt x="1383419" y="1241769"/>
                  <a:pt x="1176853" y="1420987"/>
                </a:cubicBezTo>
                <a:lnTo>
                  <a:pt x="819682" y="1730873"/>
                </a:lnTo>
                <a:cubicBezTo>
                  <a:pt x="613117" y="1910092"/>
                  <a:pt x="300377" y="1887923"/>
                  <a:pt x="121159" y="1681358"/>
                </a:cubicBezTo>
                <a:cubicBezTo>
                  <a:pt x="-58060" y="1474792"/>
                  <a:pt x="-35892" y="1162053"/>
                  <a:pt x="170674" y="982834"/>
                </a:cubicBezTo>
                <a:lnTo>
                  <a:pt x="527845" y="672948"/>
                </a:lnTo>
                <a:cubicBezTo>
                  <a:pt x="631128" y="583340"/>
                  <a:pt x="760954" y="544076"/>
                  <a:pt x="887362" y="553038"/>
                </a:cubicBezTo>
                <a:close/>
                <a:moveTo>
                  <a:pt x="8588095" y="0"/>
                </a:moveTo>
                <a:lnTo>
                  <a:pt x="9501999" y="0"/>
                </a:lnTo>
                <a:lnTo>
                  <a:pt x="9501999" y="518212"/>
                </a:lnTo>
                <a:lnTo>
                  <a:pt x="5268814" y="4190977"/>
                </a:lnTo>
                <a:cubicBezTo>
                  <a:pt x="5062247" y="4370196"/>
                  <a:pt x="4749508" y="4348028"/>
                  <a:pt x="4570289" y="4141462"/>
                </a:cubicBezTo>
                <a:cubicBezTo>
                  <a:pt x="4391071" y="3934897"/>
                  <a:pt x="4413240" y="3622157"/>
                  <a:pt x="4619805" y="3442939"/>
                </a:cubicBezTo>
                <a:close/>
                <a:moveTo>
                  <a:pt x="5442741" y="0"/>
                </a:moveTo>
                <a:lnTo>
                  <a:pt x="7800007" y="0"/>
                </a:lnTo>
                <a:lnTo>
                  <a:pt x="7773865" y="155729"/>
                </a:lnTo>
                <a:cubicBezTo>
                  <a:pt x="7728990" y="323060"/>
                  <a:pt x="7635386" y="479246"/>
                  <a:pt x="7494679" y="601325"/>
                </a:cubicBezTo>
                <a:cubicBezTo>
                  <a:pt x="5759004" y="2107217"/>
                  <a:pt x="4023327" y="3613111"/>
                  <a:pt x="2287652" y="5119004"/>
                </a:cubicBezTo>
                <a:cubicBezTo>
                  <a:pt x="1912434" y="5444548"/>
                  <a:pt x="1344355" y="5404280"/>
                  <a:pt x="1018811" y="5029061"/>
                </a:cubicBezTo>
                <a:lnTo>
                  <a:pt x="1018813" y="5029062"/>
                </a:lnTo>
                <a:cubicBezTo>
                  <a:pt x="693268" y="4653843"/>
                  <a:pt x="733538" y="4085764"/>
                  <a:pt x="1108756" y="3760220"/>
                </a:cubicBezTo>
                <a:close/>
                <a:moveTo>
                  <a:pt x="3021069" y="0"/>
                </a:moveTo>
                <a:lnTo>
                  <a:pt x="5022506" y="0"/>
                </a:lnTo>
                <a:lnTo>
                  <a:pt x="1269731" y="3255954"/>
                </a:lnTo>
                <a:cubicBezTo>
                  <a:pt x="996153" y="3493313"/>
                  <a:pt x="581958" y="3463953"/>
                  <a:pt x="344599" y="3190375"/>
                </a:cubicBezTo>
                <a:cubicBezTo>
                  <a:pt x="107240" y="2916798"/>
                  <a:pt x="136601" y="2502602"/>
                  <a:pt x="410178" y="2265243"/>
                </a:cubicBezTo>
                <a:close/>
                <a:moveTo>
                  <a:pt x="1336664" y="0"/>
                </a:moveTo>
                <a:lnTo>
                  <a:pt x="2830500" y="0"/>
                </a:lnTo>
                <a:lnTo>
                  <a:pt x="2056788" y="671282"/>
                </a:lnTo>
                <a:cubicBezTo>
                  <a:pt x="1850223" y="850500"/>
                  <a:pt x="1537483" y="828332"/>
                  <a:pt x="1358265" y="621767"/>
                </a:cubicBezTo>
                <a:cubicBezTo>
                  <a:pt x="1223852" y="466843"/>
                  <a:pt x="1202718" y="252196"/>
                  <a:pt x="1287697" y="78948"/>
                </a:cubicBezTo>
                <a:close/>
              </a:path>
            </a:pathLst>
          </a:custGeom>
          <a:noFill/>
          <a:effectLst>
            <a:innerShdw blurRad="711200" dist="50800" dir="13500000">
              <a:prstClr val="black">
                <a:alpha val="82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3D6D96-98DD-DEF5-7E45-8FF32780A915}"/>
              </a:ext>
            </a:extLst>
          </p:cNvPr>
          <p:cNvSpPr txBox="1"/>
          <p:nvPr/>
        </p:nvSpPr>
        <p:spPr>
          <a:xfrm>
            <a:off x="1864360" y="2274838"/>
            <a:ext cx="86512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A recent review (2017-2020) of newly approved and in-pipeline phase III antibiotics reveals the compounds mainly used for treating skin infections and acquired bacterial pneumonia.</a:t>
            </a:r>
          </a:p>
          <a:p>
            <a:pPr algn="ctr"/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</a:endParaRPr>
          </a:p>
          <a:p>
            <a:pPr algn="ctr"/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</a:endParaRPr>
          </a:p>
          <a:p>
            <a:pPr algn="ctr"/>
            <a:r>
              <a:rPr lang="en-GB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Most of these new marketed antibiotics were found to be analogues of pre-existing antimicrobial agents, many show limited effectiveness against high priority organisms identified by the WHO.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DCEEFE-0F61-D933-0E96-A6797498502B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7807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D10684-2FEF-EB17-1801-0E6AE8562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454" y="103231"/>
            <a:ext cx="9253585" cy="66515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5E97A59-99B0-30E1-A84A-5E38F458D720}"/>
              </a:ext>
            </a:extLst>
          </p:cNvPr>
          <p:cNvSpPr/>
          <p:nvPr/>
        </p:nvSpPr>
        <p:spPr>
          <a:xfrm>
            <a:off x="6654800" y="1219200"/>
            <a:ext cx="853440" cy="589280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9B5446-D113-EA39-6D7B-0CDC5464671A}"/>
              </a:ext>
            </a:extLst>
          </p:cNvPr>
          <p:cNvSpPr/>
          <p:nvPr/>
        </p:nvSpPr>
        <p:spPr>
          <a:xfrm>
            <a:off x="6664960" y="2560320"/>
            <a:ext cx="1087120" cy="223520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2C0FBE-7327-EC52-DFA7-9842C860F1CB}"/>
              </a:ext>
            </a:extLst>
          </p:cNvPr>
          <p:cNvSpPr/>
          <p:nvPr/>
        </p:nvSpPr>
        <p:spPr>
          <a:xfrm>
            <a:off x="8006080" y="154031"/>
            <a:ext cx="2854958" cy="21172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F1EB14-7A03-278D-10F6-C7AB1C2B46B0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89497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D3B7E3-F85F-86E9-6D2D-7BA65C2F66C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dirty="0">
                <a:latin typeface="Aptos Display" panose="020B0004020202020204" pitchFamily="34" charset="0"/>
              </a:rPr>
              <a:t>Polyketides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3A2AD44-2DB5-9406-9B41-646861BCAD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0867675"/>
              </p:ext>
            </p:extLst>
          </p:nvPr>
        </p:nvGraphicFramePr>
        <p:xfrm>
          <a:off x="3479800" y="2992596"/>
          <a:ext cx="4927600" cy="24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832865" imgH="1882334" progId="ChemDraw.Document.6.0">
                  <p:embed/>
                </p:oleObj>
              </mc:Choice>
              <mc:Fallback>
                <p:oleObj name="CS ChemDraw Drawing" r:id="rId2" imgW="3832865" imgH="1882334" progId="ChemDraw.Document.6.0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E3A2AD44-2DB5-9406-9B41-646861BCAD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79800" y="2992596"/>
                        <a:ext cx="4927600" cy="2419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12F14DB-3BCB-58BE-8948-08B677E82F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19307"/>
              </p:ext>
            </p:extLst>
          </p:nvPr>
        </p:nvGraphicFramePr>
        <p:xfrm>
          <a:off x="1133158" y="1892618"/>
          <a:ext cx="2036762" cy="255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956878" imgH="2456411" progId="ChemDraw.Document.6.0">
                  <p:embed/>
                </p:oleObj>
              </mc:Choice>
              <mc:Fallback>
                <p:oleObj name="CS ChemDraw Drawing" r:id="rId4" imgW="1956878" imgH="2456411" progId="ChemDraw.Document.6.0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12F14DB-3BCB-58BE-8948-08B677E82F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33158" y="1892618"/>
                        <a:ext cx="2036762" cy="2555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C1797745-58F5-95B7-9F66-BFDD84607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02" y="1826419"/>
            <a:ext cx="1256351" cy="839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15BF0B1-4812-66F8-4D2C-B5BB10AA67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348270"/>
              </p:ext>
            </p:extLst>
          </p:nvPr>
        </p:nvGraphicFramePr>
        <p:xfrm>
          <a:off x="8408670" y="1671082"/>
          <a:ext cx="1873250" cy="221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1872991" imgH="2213014" progId="ChemDraw.Document.6.0">
                  <p:embed/>
                </p:oleObj>
              </mc:Choice>
              <mc:Fallback>
                <p:oleObj name="CS ChemDraw Drawing" r:id="rId7" imgW="1872991" imgH="2213014" progId="ChemDraw.Document.6.0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15BF0B1-4812-66F8-4D2C-B5BB10AA67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08670" y="1671082"/>
                        <a:ext cx="1873250" cy="2212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0" name="Picture 6" descr="Aspergillus terreus - Wikipedia">
            <a:extLst>
              <a:ext uri="{FF2B5EF4-FFF2-40B4-BE49-F238E27FC236}">
                <a16:creationId xmlns:a16="http://schemas.microsoft.com/office/drawing/2014/main" id="{832CEA5B-6BF4-D51F-E7CA-D8A96B0B1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640" y="1704578"/>
            <a:ext cx="1042512" cy="1042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2E150C0-24D0-F37D-F7B9-AE1539FD82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712985"/>
              </p:ext>
            </p:extLst>
          </p:nvPr>
        </p:nvGraphicFramePr>
        <p:xfrm>
          <a:off x="9609569" y="3822498"/>
          <a:ext cx="2298700" cy="297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2298421" imgH="2973130" progId="ChemDraw.Document.6.0">
                  <p:embed/>
                </p:oleObj>
              </mc:Choice>
              <mc:Fallback>
                <p:oleObj name="CS ChemDraw Drawing" r:id="rId10" imgW="2298421" imgH="2973130" progId="ChemDraw.Document.6.0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2E150C0-24D0-F37D-F7B9-AE1539FD8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609569" y="3822498"/>
                        <a:ext cx="2298700" cy="2973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F9C9027-8202-DE1D-23AB-DA51BCE241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220888"/>
              </p:ext>
            </p:extLst>
          </p:nvPr>
        </p:nvGraphicFramePr>
        <p:xfrm>
          <a:off x="99536" y="4784169"/>
          <a:ext cx="3881437" cy="200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3881800" imgH="2007025" progId="ChemDraw.Document.6.0">
                  <p:embed/>
                </p:oleObj>
              </mc:Choice>
              <mc:Fallback>
                <p:oleObj name="CS ChemDraw Drawing" r:id="rId12" imgW="3881800" imgH="2007025" progId="ChemDraw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7F9C9027-8202-DE1D-23AB-DA51BCE241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9536" y="4784169"/>
                        <a:ext cx="3881437" cy="200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BE77A9D-541F-7C4D-CE37-B1F2BFB576EB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87334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D3B7E3-F85F-86E9-6D2D-7BA65C2F66C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dirty="0">
                <a:latin typeface="Aptos Display" panose="020B0004020202020204" pitchFamily="34" charset="0"/>
              </a:rPr>
              <a:t>Polyketide biosynthesis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01567BB-1A45-49E9-FAC3-DA40CFEB9A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367961"/>
              </p:ext>
            </p:extLst>
          </p:nvPr>
        </p:nvGraphicFramePr>
        <p:xfrm>
          <a:off x="74612" y="1566907"/>
          <a:ext cx="6824027" cy="5219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9272078" imgH="7272971" progId="ChemDraw.Document.6.0">
                  <p:embed/>
                </p:oleObj>
              </mc:Choice>
              <mc:Fallback>
                <p:oleObj name="CS ChemDraw Drawing" r:id="rId2" imgW="9272078" imgH="7272971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01567BB-1A45-49E9-FAC3-DA40CFEB9A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" y="1566907"/>
                        <a:ext cx="6824027" cy="52199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E7E10D-FA91-CB29-215F-1C2B28FDAFEF}"/>
              </a:ext>
            </a:extLst>
          </p:cNvPr>
          <p:cNvSpPr/>
          <p:nvPr/>
        </p:nvSpPr>
        <p:spPr>
          <a:xfrm>
            <a:off x="5425440" y="1920240"/>
            <a:ext cx="6630987" cy="199136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3B4725D-848D-E1FE-A285-AA45F0B89E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111013"/>
              </p:ext>
            </p:extLst>
          </p:nvPr>
        </p:nvGraphicFramePr>
        <p:xfrm>
          <a:off x="5581468" y="2097724"/>
          <a:ext cx="6373994" cy="163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911580" imgH="1527214" progId="ChemDraw.Document.6.0">
                  <p:embed/>
                </p:oleObj>
              </mc:Choice>
              <mc:Fallback>
                <p:oleObj name="CS ChemDraw Drawing" r:id="rId4" imgW="5911580" imgH="1527214" progId="ChemDraw.Document.6.0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63B4725D-848D-E1FE-A285-AA45F0B89E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468" y="2097724"/>
                        <a:ext cx="6373994" cy="16396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881FC62-85FB-44E0-8505-DD3A0C8B9F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201571"/>
              </p:ext>
            </p:extLst>
          </p:nvPr>
        </p:nvGraphicFramePr>
        <p:xfrm>
          <a:off x="7381240" y="4475163"/>
          <a:ext cx="4394200" cy="213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4393614" imgH="2139696" progId="ChemDraw.Document.6.0">
                  <p:embed/>
                </p:oleObj>
              </mc:Choice>
              <mc:Fallback>
                <p:oleObj name="CS ChemDraw Drawing" r:id="rId6" imgW="4393614" imgH="2139696" progId="ChemDraw.Document.6.0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6881FC62-85FB-44E0-8505-DD3A0C8B9F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381240" y="4475163"/>
                        <a:ext cx="4394200" cy="213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0FBB5FD-BBD9-3588-ABDE-264F104D19FE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4701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D3B7E3-F85F-86E9-6D2D-7BA65C2F66C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dirty="0">
                <a:latin typeface="Aptos Display" panose="020B0004020202020204" pitchFamily="34" charset="0"/>
              </a:rPr>
              <a:t>Polyketide biosynthesis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881FC62-85FB-44E0-8505-DD3A0C8B9F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329874"/>
              </p:ext>
            </p:extLst>
          </p:nvPr>
        </p:nvGraphicFramePr>
        <p:xfrm>
          <a:off x="7678541" y="1762443"/>
          <a:ext cx="4394200" cy="213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393614" imgH="2139696" progId="ChemDraw.Document.6.0">
                  <p:embed/>
                </p:oleObj>
              </mc:Choice>
              <mc:Fallback>
                <p:oleObj name="CS ChemDraw Drawing" r:id="rId2" imgW="4393614" imgH="2139696" progId="ChemDraw.Document.6.0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6881FC62-85FB-44E0-8505-DD3A0C8B9F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78541" y="1762443"/>
                        <a:ext cx="4394200" cy="213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4401F3C-BB7D-721C-0087-A201B738CD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526695"/>
              </p:ext>
            </p:extLst>
          </p:nvPr>
        </p:nvGraphicFramePr>
        <p:xfrm>
          <a:off x="281305" y="2261280"/>
          <a:ext cx="9594336" cy="4267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8749279" imgH="3887863" progId="ChemDraw.Document.6.0">
                  <p:embed/>
                </p:oleObj>
              </mc:Choice>
              <mc:Fallback>
                <p:oleObj name="CS ChemDraw Drawing" r:id="rId4" imgW="8749279" imgH="3887863" progId="ChemDraw.Document.6.0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D4401F3C-BB7D-721C-0087-A201B738CD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1305" y="2261280"/>
                        <a:ext cx="9594336" cy="4267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AEE0085-E514-8AC6-E68B-183975F7A54F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09919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0168C5-DD9A-1371-2F12-ACB5C0AAAD49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Acyl carrier proteins</a:t>
            </a:r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F41894F0-F30E-848C-0823-CDDFD189E81F}"/>
              </a:ext>
            </a:extLst>
          </p:cNvPr>
          <p:cNvGrpSpPr>
            <a:grpSpLocks/>
          </p:cNvGrpSpPr>
          <p:nvPr/>
        </p:nvGrpSpPr>
        <p:grpSpPr bwMode="auto">
          <a:xfrm>
            <a:off x="5999586" y="1933479"/>
            <a:ext cx="5450571" cy="3978379"/>
            <a:chOff x="761" y="1125"/>
            <a:chExt cx="59246" cy="39275"/>
          </a:xfrm>
        </p:grpSpPr>
        <p:pic>
          <p:nvPicPr>
            <p:cNvPr id="3075" name="Picture 6" descr="Diagram&#10;&#10;Description automatically generated">
              <a:extLst>
                <a:ext uri="{FF2B5EF4-FFF2-40B4-BE49-F238E27FC236}">
                  <a16:creationId xmlns:a16="http://schemas.microsoft.com/office/drawing/2014/main" id="{6360F347-8FB5-F433-B7A3-AD316A9249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2" y="1125"/>
              <a:ext cx="57315" cy="39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36D1E9-C2CC-8562-7FD4-F70D00C5E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" y="1277"/>
              <a:ext cx="8572" cy="8001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CF0CBCE-79D4-3DAD-5E4C-C83AF58DF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2" y="9934"/>
              <a:ext cx="16446" cy="8633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F4434B4-3DC0-6B04-8309-48E87EC9E989}"/>
              </a:ext>
            </a:extLst>
          </p:cNvPr>
          <p:cNvSpPr txBox="1"/>
          <p:nvPr/>
        </p:nvSpPr>
        <p:spPr>
          <a:xfrm>
            <a:off x="5866049" y="6211668"/>
            <a:ext cx="610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holo</a:t>
            </a:r>
            <a:r>
              <a:rPr lang="en-GB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-actinorhodin ACP (</a:t>
            </a:r>
            <a:r>
              <a:rPr lang="en-GB" sz="12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pdb</a:t>
            </a:r>
            <a:r>
              <a:rPr lang="en-GB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code: 2K0X). (</a:t>
            </a:r>
            <a:r>
              <a:rPr lang="en-GB" sz="1200" i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Adapted from</a:t>
            </a:r>
            <a:r>
              <a:rPr lang="en-GB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: A. Sulpizio, C. E. W. Crawford, R. S. </a:t>
            </a:r>
            <a:r>
              <a:rPr lang="en-GB" sz="12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Koweek</a:t>
            </a:r>
            <a:r>
              <a:rPr lang="en-GB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and L. K. </a:t>
            </a:r>
            <a:r>
              <a:rPr lang="en-GB" sz="12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Charkoudian</a:t>
            </a:r>
            <a:r>
              <a:rPr lang="en-GB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, </a:t>
            </a:r>
            <a:r>
              <a:rPr lang="en-GB" sz="1200" i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J. Biol. Chem.</a:t>
            </a:r>
            <a:r>
              <a:rPr lang="en-GB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, 2021, </a:t>
            </a:r>
            <a:r>
              <a:rPr lang="en-GB" sz="1200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296, </a:t>
            </a:r>
            <a:r>
              <a:rPr lang="en-GB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100-158).	</a:t>
            </a:r>
            <a:endParaRPr lang="en-GB" sz="1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DAC988-B2D1-35CC-4C7E-8D08E654F506}"/>
              </a:ext>
            </a:extLst>
          </p:cNvPr>
          <p:cNvSpPr txBox="1"/>
          <p:nvPr/>
        </p:nvSpPr>
        <p:spPr>
          <a:xfrm>
            <a:off x="1478060" y="3429000"/>
            <a:ext cx="4210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Characteristic 4-fold </a:t>
            </a:r>
            <a:r>
              <a:rPr lang="el-GR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helical bundle proteins containing a conserved serine residue.</a:t>
            </a:r>
          </a:p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6453A6-6C62-849E-706C-F97F0F4C55B9}"/>
              </a:ext>
            </a:extLst>
          </p:cNvPr>
          <p:cNvSpPr txBox="1"/>
          <p:nvPr/>
        </p:nvSpPr>
        <p:spPr>
          <a:xfrm>
            <a:off x="1073503" y="2982050"/>
            <a:ext cx="51037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dirty="0">
              <a:solidFill>
                <a:schemeClr val="tx2">
                  <a:lumMod val="75000"/>
                  <a:lumOff val="25000"/>
                </a:schemeClr>
              </a:solidFill>
              <a:latin typeface="Franklin Gothic Book" panose="020B0503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The ACP can be thought of an intelligent chip – recognising key enzymatic partners and adapting their molecular recognition features depending on the specific chemical cargo the ACP is transporting.</a:t>
            </a:r>
          </a:p>
          <a:p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C3D62C-3342-4B78-FE32-8C5C7AB5B716}"/>
              </a:ext>
            </a:extLst>
          </p:cNvPr>
          <p:cNvSpPr txBox="1"/>
          <p:nvPr/>
        </p:nvSpPr>
        <p:spPr>
          <a:xfrm>
            <a:off x="1655709" y="2981033"/>
            <a:ext cx="42103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dirty="0">
              <a:solidFill>
                <a:schemeClr val="tx2">
                  <a:lumMod val="75000"/>
                  <a:lumOff val="25000"/>
                </a:schemeClr>
              </a:solidFill>
              <a:latin typeface="Franklin Gothic Book" panose="020B0503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Through these molecular level features, ACPs are capable of controlling the order and timing of many chemical steps to assemble complex polyketide products.</a:t>
            </a:r>
          </a:p>
          <a:p>
            <a:endParaRPr lang="en-GB" dirty="0"/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808E4EB0-0A57-3E59-8009-754F8EE625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4032658"/>
              </p:ext>
            </p:extLst>
          </p:nvPr>
        </p:nvGraphicFramePr>
        <p:xfrm>
          <a:off x="293688" y="4868863"/>
          <a:ext cx="6094412" cy="156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5044742" imgH="1292297" progId="ChemDraw.Document.6.0">
                  <p:embed/>
                </p:oleObj>
              </mc:Choice>
              <mc:Fallback>
                <p:oleObj name="CS ChemDraw Drawing" r:id="rId3" imgW="5044742" imgH="1292297" progId="ChemDraw.Document.6.0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808E4EB0-0A57-3E59-8009-754F8EE625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3688" y="4868863"/>
                        <a:ext cx="6094412" cy="1560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5FD0C9D1-DE9A-4138-CD14-7AE79073D482}"/>
              </a:ext>
            </a:extLst>
          </p:cNvPr>
          <p:cNvGrpSpPr/>
          <p:nvPr/>
        </p:nvGrpSpPr>
        <p:grpSpPr>
          <a:xfrm>
            <a:off x="317071" y="5657898"/>
            <a:ext cx="3000290" cy="792253"/>
            <a:chOff x="317071" y="5657898"/>
            <a:chExt cx="3000290" cy="792253"/>
          </a:xfrm>
        </p:grpSpPr>
        <p:sp>
          <p:nvSpPr>
            <p:cNvPr id="16" name="Left Brace 15">
              <a:extLst>
                <a:ext uri="{FF2B5EF4-FFF2-40B4-BE49-F238E27FC236}">
                  <a16:creationId xmlns:a16="http://schemas.microsoft.com/office/drawing/2014/main" id="{9D0C5715-7006-5AC4-B4BE-0BB14FBD5596}"/>
                </a:ext>
              </a:extLst>
            </p:cNvPr>
            <p:cNvSpPr/>
            <p:nvPr/>
          </p:nvSpPr>
          <p:spPr>
            <a:xfrm rot="16200000">
              <a:off x="1594621" y="4380348"/>
              <a:ext cx="445189" cy="3000290"/>
            </a:xfrm>
            <a:prstGeom prst="leftBrace">
              <a:avLst>
                <a:gd name="adj1" fmla="val 60876"/>
                <a:gd name="adj2" fmla="val 50709"/>
              </a:avLst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37390D7-86CF-7EF1-7696-2EBB78D3D405}"/>
                </a:ext>
              </a:extLst>
            </p:cNvPr>
            <p:cNvSpPr txBox="1"/>
            <p:nvPr/>
          </p:nvSpPr>
          <p:spPr>
            <a:xfrm>
              <a:off x="1159535" y="6111597"/>
              <a:ext cx="13153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/>
                <a:t>Pantetheine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8878FB8-B31A-0105-C4BB-6ADF4F6625B8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5526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D6CE0-61DA-BE10-621A-D3746E66F00A}"/>
              </a:ext>
            </a:extLst>
          </p:cNvPr>
          <p:cNvSpPr txBox="1"/>
          <p:nvPr/>
        </p:nvSpPr>
        <p:spPr>
          <a:xfrm>
            <a:off x="254542" y="1720514"/>
            <a:ext cx="116829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Gaining insights into how ACPs function on a molecular level is </a:t>
            </a:r>
            <a:r>
              <a:rPr lang="en-GB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challenging.</a:t>
            </a:r>
          </a:p>
          <a:p>
            <a:endParaRPr lang="en-GB" b="1" i="1" dirty="0">
              <a:solidFill>
                <a:schemeClr val="tx2">
                  <a:lumMod val="75000"/>
                  <a:lumOff val="25000"/>
                </a:schemeClr>
              </a:solidFill>
              <a:latin typeface="Franklin Gothic Book" panose="020B050302010202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A methodology to overcome the limitations of probing ACP-protein interactions in the native state was first implemented by Michael Burkart in 2006, utilising derivatised pantetheine prosthetic groups.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04E30-20E3-501C-B4F6-98AEF1780612}"/>
              </a:ext>
            </a:extLst>
          </p:cNvPr>
          <p:cNvSpPr txBox="1"/>
          <p:nvPr/>
        </p:nvSpPr>
        <p:spPr>
          <a:xfrm>
            <a:off x="71403" y="6395468"/>
            <a:ext cx="11763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Worthington, A. S.; Rivera, H. Jr.; </a:t>
            </a:r>
            <a:r>
              <a:rPr lang="en-GB" sz="1200" kern="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Torpey</a:t>
            </a:r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J. W.; Alexander, M. D.; Burkart, M. D. Mechanism-Based Protein Cross-Linking Probes To Investigate Carrier Protein-Mediated Biosynthesis. </a:t>
            </a:r>
            <a:r>
              <a:rPr lang="en-GB" sz="1200" i="1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ACS Chem. Biol.</a:t>
            </a:r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</a:t>
            </a:r>
            <a:r>
              <a:rPr lang="en-GB" sz="1200" b="1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2006</a:t>
            </a:r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</a:t>
            </a:r>
            <a:r>
              <a:rPr lang="en-GB" sz="1200" i="1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1</a:t>
            </a:r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(11), 687–691. https://doi.org/10.1021/cb6003965.</a:t>
            </a:r>
            <a:endParaRPr lang="en-GB" sz="1200" dirty="0">
              <a:solidFill>
                <a:schemeClr val="tx2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9F682E9C-2DB8-3665-E70E-42650989E5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612539"/>
              </p:ext>
            </p:extLst>
          </p:nvPr>
        </p:nvGraphicFramePr>
        <p:xfrm>
          <a:off x="2386806" y="3060337"/>
          <a:ext cx="7418387" cy="319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6091340" imgH="2611028" progId="ChemDraw.Document.6.0">
                  <p:embed/>
                </p:oleObj>
              </mc:Choice>
              <mc:Fallback>
                <p:oleObj name="CS ChemDraw Drawing" r:id="rId2" imgW="6091340" imgH="2611028" progId="ChemDraw.Document.6.0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9F682E9C-2DB8-3665-E70E-42650989E5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86806" y="3060337"/>
                        <a:ext cx="7418387" cy="3195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BB6F3F1-7D27-06B2-37EA-C0026A8C6597}"/>
              </a:ext>
            </a:extLst>
          </p:cNvPr>
          <p:cNvSpPr/>
          <p:nvPr/>
        </p:nvSpPr>
        <p:spPr>
          <a:xfrm>
            <a:off x="1995055" y="4374573"/>
            <a:ext cx="7876309" cy="18814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D26938-2AFB-447C-435B-3B0801FF28A6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4347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09614A9-1424-1D7E-4510-5FF5773AA1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8178"/>
              </p:ext>
            </p:extLst>
          </p:nvPr>
        </p:nvGraphicFramePr>
        <p:xfrm>
          <a:off x="177502" y="1702118"/>
          <a:ext cx="11836995" cy="4719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1420700" imgH="4553712" progId="ChemDraw.Document.6.0">
                  <p:embed/>
                </p:oleObj>
              </mc:Choice>
              <mc:Fallback>
                <p:oleObj name="CS ChemDraw Drawing" r:id="rId2" imgW="11420700" imgH="4553712" progId="ChemDraw.Document.6.0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09614A9-1424-1D7E-4510-5FF5773AA1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502" y="1702118"/>
                        <a:ext cx="11836995" cy="47190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C17F359-F90C-0202-F984-C2D5CFD8D94A}"/>
              </a:ext>
            </a:extLst>
          </p:cNvPr>
          <p:cNvSpPr/>
          <p:nvPr/>
        </p:nvSpPr>
        <p:spPr>
          <a:xfrm>
            <a:off x="177502" y="3273136"/>
            <a:ext cx="11836995" cy="1444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BE3307-B0BF-F741-90DE-5824BB873C83}"/>
              </a:ext>
            </a:extLst>
          </p:cNvPr>
          <p:cNvSpPr/>
          <p:nvPr/>
        </p:nvSpPr>
        <p:spPr>
          <a:xfrm>
            <a:off x="177502" y="4717473"/>
            <a:ext cx="4633489" cy="18716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0E12BD-352C-0897-9F3B-5B8E39C196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940" r="8032"/>
          <a:stretch/>
        </p:blipFill>
        <p:spPr>
          <a:xfrm>
            <a:off x="7711442" y="4570632"/>
            <a:ext cx="3063931" cy="21652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6C0F1E-AE7D-651B-C589-493C81CBB9F0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5298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04E30-20E3-501C-B4F6-98AEF1780612}"/>
              </a:ext>
            </a:extLst>
          </p:cNvPr>
          <p:cNvSpPr txBox="1"/>
          <p:nvPr/>
        </p:nvSpPr>
        <p:spPr>
          <a:xfrm>
            <a:off x="82417" y="6332617"/>
            <a:ext cx="9833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Worthington, A. S.; Rivera, H. Jr.; </a:t>
            </a:r>
            <a:r>
              <a:rPr lang="en-GB" sz="1200" kern="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Torpey</a:t>
            </a:r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J. W.; Alexander, M. D.; Burkart, M. D. Mechanism-Based Protein Cross-Linking Probes To Investigate Carrier Protein-Mediated Biosynthesis. </a:t>
            </a:r>
            <a:r>
              <a:rPr lang="en-GB" sz="1200" i="1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ACS Chem. Biol.</a:t>
            </a:r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</a:t>
            </a:r>
            <a:r>
              <a:rPr lang="en-GB" sz="1200" b="1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2006</a:t>
            </a:r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</a:t>
            </a:r>
            <a:r>
              <a:rPr lang="en-GB" sz="1200" i="1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1</a:t>
            </a:r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(11), 687–691. https://doi.org/10.1021/cb6003965.</a:t>
            </a:r>
            <a:endParaRPr lang="en-GB" sz="1200" dirty="0">
              <a:solidFill>
                <a:schemeClr val="tx2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9F682E9C-2DB8-3665-E70E-42650989E5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179834"/>
              </p:ext>
            </p:extLst>
          </p:nvPr>
        </p:nvGraphicFramePr>
        <p:xfrm>
          <a:off x="4805363" y="2744788"/>
          <a:ext cx="7242175" cy="234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947033" imgH="1923233" progId="ChemDraw.Document.6.0">
                  <p:embed/>
                </p:oleObj>
              </mc:Choice>
              <mc:Fallback>
                <p:oleObj name="CS ChemDraw Drawing" r:id="rId2" imgW="5947033" imgH="1923233" progId="ChemDraw.Document.6.0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9F682E9C-2DB8-3665-E70E-42650989E5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05363" y="2744788"/>
                        <a:ext cx="7242175" cy="2347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0053AD6F-BD95-E982-114D-CFF6B8E24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12" y="2693981"/>
            <a:ext cx="4175216" cy="33743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265236-86F1-448D-80A5-F7232F98A0B3}"/>
              </a:ext>
            </a:extLst>
          </p:cNvPr>
          <p:cNvSpPr txBox="1"/>
          <p:nvPr/>
        </p:nvSpPr>
        <p:spPr>
          <a:xfrm>
            <a:off x="340809" y="1722133"/>
            <a:ext cx="11682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Cross-linking of </a:t>
            </a:r>
            <a:r>
              <a:rPr lang="en-GB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E. Coli 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Fatty Acid Synthase enzymes – focusing on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elongating KSs: 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KASI, KASII perform decarboxylative Claisen condensations with ACP-bound substrates.</a:t>
            </a:r>
            <a:endParaRPr lang="en-GB" dirty="0">
              <a:solidFill>
                <a:schemeClr val="tx2">
                  <a:lumMod val="75000"/>
                  <a:lumOff val="25000"/>
                </a:schemeClr>
              </a:solidFill>
              <a:latin typeface="Franklin Gothic Book" panose="020B0503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A4EE80BD-73C3-64E5-5A24-F087C5FFA9A7}"/>
              </a:ext>
            </a:extLst>
          </p:cNvPr>
          <p:cNvSpPr/>
          <p:nvPr/>
        </p:nvSpPr>
        <p:spPr>
          <a:xfrm rot="5400000">
            <a:off x="1286249" y="2248569"/>
            <a:ext cx="290675" cy="1189280"/>
          </a:xfrm>
          <a:prstGeom prst="leftBrace">
            <a:avLst>
              <a:gd name="adj1" fmla="val 48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41BDCE6E-09A8-3C20-9903-9DF262DAD05E}"/>
              </a:ext>
            </a:extLst>
          </p:cNvPr>
          <p:cNvSpPr/>
          <p:nvPr/>
        </p:nvSpPr>
        <p:spPr>
          <a:xfrm rot="5400000">
            <a:off x="2604473" y="2191306"/>
            <a:ext cx="290677" cy="1296030"/>
          </a:xfrm>
          <a:prstGeom prst="leftBrace">
            <a:avLst>
              <a:gd name="adj1" fmla="val 48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D7986-7E3C-1585-C505-5ACD73925B27}"/>
              </a:ext>
            </a:extLst>
          </p:cNvPr>
          <p:cNvSpPr txBox="1"/>
          <p:nvPr/>
        </p:nvSpPr>
        <p:spPr>
          <a:xfrm>
            <a:off x="1112504" y="2397934"/>
            <a:ext cx="687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KAS 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D4FA38-B5FF-D365-903E-854109D29E8A}"/>
              </a:ext>
            </a:extLst>
          </p:cNvPr>
          <p:cNvSpPr txBox="1"/>
          <p:nvPr/>
        </p:nvSpPr>
        <p:spPr>
          <a:xfrm>
            <a:off x="2405299" y="2399206"/>
            <a:ext cx="747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KAS II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2F96B1-D901-80D6-2A42-F5D2FB3F35D0}"/>
              </a:ext>
            </a:extLst>
          </p:cNvPr>
          <p:cNvSpPr txBox="1"/>
          <p:nvPr/>
        </p:nvSpPr>
        <p:spPr>
          <a:xfrm>
            <a:off x="4712095" y="5269653"/>
            <a:ext cx="71927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C – Cross-linking between a range of ACPs with KAS I</a:t>
            </a: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1 – No ACP; 2 – E. coli ACP; 3 - </a:t>
            </a:r>
            <a:r>
              <a:rPr lang="en-GB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FrenACP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; 4 – </a:t>
            </a:r>
            <a:r>
              <a:rPr lang="en-GB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OtcACP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; 5 – </a:t>
            </a:r>
            <a:r>
              <a:rPr lang="en-GB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EntB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; 6 – </a:t>
            </a:r>
            <a:r>
              <a:rPr lang="en-GB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VibB</a:t>
            </a:r>
            <a:endParaRPr lang="en-GB" dirty="0">
              <a:solidFill>
                <a:schemeClr val="tx2">
                  <a:lumMod val="75000"/>
                  <a:lumOff val="25000"/>
                </a:schemeClr>
              </a:solidFill>
              <a:latin typeface="Franklin Gothic Book" panose="020B050302010202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(3&amp;4 Type II PKS ACPs; 5&amp;6; NRPS ACPs)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DECFDC-8651-66C5-D721-A37812DF71DB}"/>
              </a:ext>
            </a:extLst>
          </p:cNvPr>
          <p:cNvSpPr/>
          <p:nvPr/>
        </p:nvSpPr>
        <p:spPr>
          <a:xfrm>
            <a:off x="340809" y="4603173"/>
            <a:ext cx="4215119" cy="16105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CACCAA-5E9D-26F0-EE34-CF02920893AC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2724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04E30-20E3-501C-B4F6-98AEF1780612}"/>
              </a:ext>
            </a:extLst>
          </p:cNvPr>
          <p:cNvSpPr txBox="1"/>
          <p:nvPr/>
        </p:nvSpPr>
        <p:spPr>
          <a:xfrm>
            <a:off x="82417" y="6332617"/>
            <a:ext cx="11640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Miyanaga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A.;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Ouchi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R.; Ishikawa, F.; Goto, E.; Tanabe, G.; Kudo, F.;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Eguchi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T. Structural Basis of Protein–Protein Interactions between a Trans-Acting Acyltransferase and Acyl Carrier Protein in Polyketide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Disorazole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Biosynthesis. </a:t>
            </a:r>
            <a:r>
              <a:rPr lang="en-GB" sz="1200" i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J. Am. Chem. Soc.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</a:t>
            </a:r>
            <a:r>
              <a:rPr lang="en-GB" sz="1200" b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2018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</a:t>
            </a:r>
            <a:r>
              <a:rPr lang="en-GB" sz="1200" i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140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(25), 7970–7978. https://doi.org/10.1021/jacs.8b04162</a:t>
            </a:r>
            <a:endParaRPr lang="en-GB" sz="1200" dirty="0">
              <a:solidFill>
                <a:srgbClr val="1E297E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FAC7BB-1A58-5CCE-20CA-6D5C6D5252BF}"/>
              </a:ext>
            </a:extLst>
          </p:cNvPr>
          <p:cNvSpPr txBox="1"/>
          <p:nvPr/>
        </p:nvSpPr>
        <p:spPr>
          <a:xfrm>
            <a:off x="340809" y="1722133"/>
            <a:ext cx="11682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similar approach was also adopted by </a:t>
            </a:r>
            <a:r>
              <a:rPr lang="en-GB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Miyanaga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GB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et al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 in 2018, utilising a bromoacetamide pantetheine probe to form a AT-ACP complex  from the </a:t>
            </a:r>
            <a:r>
              <a:rPr lang="en-GB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disorazole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PKS.</a:t>
            </a:r>
            <a:endParaRPr lang="en-GB" dirty="0">
              <a:solidFill>
                <a:schemeClr val="tx2">
                  <a:lumMod val="75000"/>
                  <a:lumOff val="25000"/>
                </a:schemeClr>
              </a:solidFill>
              <a:latin typeface="Franklin Gothic Book" panose="020B05030201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286AEC6-EE67-61B5-BF15-331B49BD20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771650"/>
              </p:ext>
            </p:extLst>
          </p:nvPr>
        </p:nvGraphicFramePr>
        <p:xfrm>
          <a:off x="1108363" y="2442135"/>
          <a:ext cx="4570413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244653" imgH="783059" progId="ChemDraw.Document.6.0">
                  <p:embed/>
                </p:oleObj>
              </mc:Choice>
              <mc:Fallback>
                <p:oleObj name="CS ChemDraw Drawing" r:id="rId2" imgW="3244653" imgH="783059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286AEC6-EE67-61B5-BF15-331B49BD20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08363" y="2442135"/>
                        <a:ext cx="4570413" cy="1100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4BD4FFB1-B33D-FCDC-18E5-B3C7D723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261" y="2556436"/>
            <a:ext cx="4469453" cy="3200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DC0410-0974-2730-9F93-B13CD8CBF7B0}"/>
              </a:ext>
            </a:extLst>
          </p:cNvPr>
          <p:cNvSpPr txBox="1"/>
          <p:nvPr/>
        </p:nvSpPr>
        <p:spPr>
          <a:xfrm>
            <a:off x="340809" y="5978819"/>
            <a:ext cx="17214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Bromoacetamide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BE157F-1856-2CAA-3214-4962748676F4}"/>
              </a:ext>
            </a:extLst>
          </p:cNvPr>
          <p:cNvSpPr txBox="1"/>
          <p:nvPr/>
        </p:nvSpPr>
        <p:spPr>
          <a:xfrm>
            <a:off x="3937804" y="6008193"/>
            <a:ext cx="17327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Chloroacetamide</a:t>
            </a: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D65D27AE-2650-9DB3-FB46-EDC1F60BB7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1" b="67879"/>
          <a:stretch/>
        </p:blipFill>
        <p:spPr bwMode="auto">
          <a:xfrm>
            <a:off x="82416" y="3636819"/>
            <a:ext cx="3602289" cy="2423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41CD74B8-5AE9-7F62-0CE9-5F521B3E5D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" t="69243"/>
          <a:stretch/>
        </p:blipFill>
        <p:spPr bwMode="auto">
          <a:xfrm>
            <a:off x="3758933" y="3735162"/>
            <a:ext cx="3542513" cy="2253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F88440-749F-29F3-D149-28A5E02A5B90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6856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Bromoacetamide synthesis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286AEC6-EE67-61B5-BF15-331B49BD20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4521273"/>
              </p:ext>
            </p:extLst>
          </p:nvPr>
        </p:nvGraphicFramePr>
        <p:xfrm>
          <a:off x="3749675" y="1620801"/>
          <a:ext cx="469265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330039" imgH="899271" progId="ChemDraw.Document.6.0">
                  <p:embed/>
                </p:oleObj>
              </mc:Choice>
              <mc:Fallback>
                <p:oleObj name="CS ChemDraw Drawing" r:id="rId2" imgW="3330039" imgH="899271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286AEC6-EE67-61B5-BF15-331B49BD20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49675" y="1620801"/>
                        <a:ext cx="4692650" cy="126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5142252-832A-25D3-A1BD-16BD7B918F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835289"/>
              </p:ext>
            </p:extLst>
          </p:nvPr>
        </p:nvGraphicFramePr>
        <p:xfrm>
          <a:off x="0" y="4860925"/>
          <a:ext cx="6956425" cy="127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562887" imgH="836925" progId="ChemDraw.Document.6.0">
                  <p:embed/>
                </p:oleObj>
              </mc:Choice>
              <mc:Fallback>
                <p:oleObj name="CS ChemDraw Drawing" r:id="rId4" imgW="4562887" imgH="836925" progId="ChemDraw.Document.6.0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5142252-832A-25D3-A1BD-16BD7B918F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4860925"/>
                        <a:ext cx="6956425" cy="1274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9BC6B13-EA15-F64E-DB4C-B3F92A38B3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735247"/>
              </p:ext>
            </p:extLst>
          </p:nvPr>
        </p:nvGraphicFramePr>
        <p:xfrm>
          <a:off x="7064375" y="4734504"/>
          <a:ext cx="5002213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3119321" imgH="1141670" progId="ChemDraw.Document.6.0">
                  <p:embed/>
                </p:oleObj>
              </mc:Choice>
              <mc:Fallback>
                <p:oleObj name="CS ChemDraw Drawing" r:id="rId6" imgW="3119321" imgH="1141670" progId="ChemDraw.Document.6.0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79BC6B13-EA15-F64E-DB4C-B3F92A38B3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64375" y="4734504"/>
                        <a:ext cx="5002213" cy="183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6B9FEA3-C409-974B-9E4C-30DFF2D4EC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786864"/>
              </p:ext>
            </p:extLst>
          </p:nvPr>
        </p:nvGraphicFramePr>
        <p:xfrm>
          <a:off x="7071015" y="3521075"/>
          <a:ext cx="1800225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200891" imgH="942165" progId="ChemDraw.Document.6.0">
                  <p:embed/>
                </p:oleObj>
              </mc:Choice>
              <mc:Fallback>
                <p:oleObj name="CS ChemDraw Drawing" r:id="rId8" imgW="1200891" imgH="942165" progId="ChemDraw.Document.6.0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6B9FEA3-C409-974B-9E4C-30DFF2D4EC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071015" y="3521075"/>
                        <a:ext cx="1800225" cy="140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11FF90B0-7A30-9DA1-0656-CE7C9F8F3757}"/>
              </a:ext>
            </a:extLst>
          </p:cNvPr>
          <p:cNvGrpSpPr/>
          <p:nvPr/>
        </p:nvGrpSpPr>
        <p:grpSpPr>
          <a:xfrm>
            <a:off x="6956425" y="4689292"/>
            <a:ext cx="5110885" cy="1960889"/>
            <a:chOff x="6956425" y="4668511"/>
            <a:chExt cx="5110885" cy="166994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24DD976-3370-4455-B3C8-3F49A61E775F}"/>
                </a:ext>
              </a:extLst>
            </p:cNvPr>
            <p:cNvSpPr/>
            <p:nvPr/>
          </p:nvSpPr>
          <p:spPr>
            <a:xfrm>
              <a:off x="6956425" y="5252834"/>
              <a:ext cx="5110885" cy="10856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2E142D1-CC2D-B09F-F21B-7C37FD553D4B}"/>
                </a:ext>
              </a:extLst>
            </p:cNvPr>
            <p:cNvSpPr/>
            <p:nvPr/>
          </p:nvSpPr>
          <p:spPr>
            <a:xfrm>
              <a:off x="9609135" y="4668511"/>
              <a:ext cx="2458175" cy="9663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CB2FBDEC-1E91-7BCC-FFEF-0F0C6E721E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062979"/>
              </p:ext>
            </p:extLst>
          </p:nvPr>
        </p:nvGraphicFramePr>
        <p:xfrm>
          <a:off x="9356450" y="2498087"/>
          <a:ext cx="2476662" cy="2012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2043762" imgH="1659885" progId="ChemDraw.Document.6.0">
                  <p:embed/>
                </p:oleObj>
              </mc:Choice>
              <mc:Fallback>
                <p:oleObj name="CS ChemDraw Drawing" r:id="rId10" imgW="2043762" imgH="1659885" progId="ChemDraw.Document.6.0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CB2FBDEC-1E91-7BCC-FFEF-0F0C6E721E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356450" y="2498087"/>
                        <a:ext cx="2476662" cy="20128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52F9A4D-F224-971F-B479-05391C9D124F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1047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Bromoacetamide synthesis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286AEC6-EE67-61B5-BF15-331B49BD20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998013"/>
              </p:ext>
            </p:extLst>
          </p:nvPr>
        </p:nvGraphicFramePr>
        <p:xfrm>
          <a:off x="82550" y="4611688"/>
          <a:ext cx="5056188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330039" imgH="1069848" progId="ChemDraw.Document.6.0">
                  <p:embed/>
                </p:oleObj>
              </mc:Choice>
              <mc:Fallback>
                <p:oleObj name="CS ChemDraw Drawing" r:id="rId2" imgW="3330039" imgH="1069848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286AEC6-EE67-61B5-BF15-331B49BD20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550" y="4611688"/>
                        <a:ext cx="5056188" cy="1620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7986265-7E4C-BF2B-29F1-1684DF4479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088136"/>
              </p:ext>
            </p:extLst>
          </p:nvPr>
        </p:nvGraphicFramePr>
        <p:xfrm>
          <a:off x="1571625" y="1947215"/>
          <a:ext cx="10052050" cy="415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6268103" imgH="2589082" progId="ChemDraw.Document.6.0">
                  <p:embed/>
                </p:oleObj>
              </mc:Choice>
              <mc:Fallback>
                <p:oleObj name="CS ChemDraw Drawing" r:id="rId4" imgW="6268103" imgH="2589082" progId="ChemDraw.Document.6.0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7986265-7E4C-BF2B-29F1-1684DF447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71625" y="1947215"/>
                        <a:ext cx="10052050" cy="4154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76A6439-6FB2-871B-E169-BA862790D901}"/>
              </a:ext>
            </a:extLst>
          </p:cNvPr>
          <p:cNvSpPr/>
          <p:nvPr/>
        </p:nvSpPr>
        <p:spPr>
          <a:xfrm>
            <a:off x="5330536" y="1849582"/>
            <a:ext cx="6546273" cy="16833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5C4107-6057-3A4E-5BC1-03FECBFAA51D}"/>
              </a:ext>
            </a:extLst>
          </p:cNvPr>
          <p:cNvSpPr/>
          <p:nvPr/>
        </p:nvSpPr>
        <p:spPr>
          <a:xfrm>
            <a:off x="1" y="3532909"/>
            <a:ext cx="12001500" cy="27535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B100EA-8639-DB05-9F4A-2BC6581A9F36}"/>
              </a:ext>
            </a:extLst>
          </p:cNvPr>
          <p:cNvSpPr/>
          <p:nvPr/>
        </p:nvSpPr>
        <p:spPr>
          <a:xfrm>
            <a:off x="0" y="4327402"/>
            <a:ext cx="5138206" cy="19590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54BC72-97E0-BC66-05F9-968197F9832E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5621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Generation of </a:t>
            </a:r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433820" y="1760212"/>
            <a:ext cx="6104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Upgrades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752D92F-147E-62AB-F30D-DD9EC3947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141666"/>
              </p:ext>
            </p:extLst>
          </p:nvPr>
        </p:nvGraphicFramePr>
        <p:xfrm>
          <a:off x="962137" y="2992027"/>
          <a:ext cx="10267726" cy="2142070"/>
        </p:xfrm>
        <a:graphic>
          <a:graphicData uri="http://schemas.openxmlformats.org/drawingml/2006/table">
            <a:tbl>
              <a:tblPr>
                <a:tableStyleId>{EB9631B5-78F2-41C9-869B-9F39066F8104}</a:tableStyleId>
              </a:tblPr>
              <a:tblGrid>
                <a:gridCol w="2632363">
                  <a:extLst>
                    <a:ext uri="{9D8B030D-6E8A-4147-A177-3AD203B41FA5}">
                      <a16:colId xmlns:a16="http://schemas.microsoft.com/office/drawing/2014/main" val="2088481415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875793817"/>
                    </a:ext>
                  </a:extLst>
                </a:gridCol>
                <a:gridCol w="2670464">
                  <a:extLst>
                    <a:ext uri="{9D8B030D-6E8A-4147-A177-3AD203B41FA5}">
                      <a16:colId xmlns:a16="http://schemas.microsoft.com/office/drawing/2014/main" val="2824195618"/>
                    </a:ext>
                  </a:extLst>
                </a:gridCol>
                <a:gridCol w="2450299">
                  <a:extLst>
                    <a:ext uri="{9D8B030D-6E8A-4147-A177-3AD203B41FA5}">
                      <a16:colId xmlns:a16="http://schemas.microsoft.com/office/drawing/2014/main" val="1377807733"/>
                    </a:ext>
                  </a:extLst>
                </a:gridCol>
              </a:tblGrid>
              <a:tr h="319712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u="none" strike="noStrike" dirty="0">
                          <a:effectLst/>
                        </a:rPr>
                        <a:t>Component</a:t>
                      </a:r>
                      <a:endParaRPr lang="en-GB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effectLst/>
                        </a:rPr>
                        <a:t>Stock conc. / µM</a:t>
                      </a:r>
                      <a:endParaRPr lang="en-GB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effectLst/>
                        </a:rPr>
                        <a:t>Desired conc. / µM</a:t>
                      </a:r>
                      <a:endParaRPr lang="en-GB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effectLst/>
                        </a:rPr>
                        <a:t>Vol to add / µL</a:t>
                      </a:r>
                      <a:endParaRPr lang="en-GB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29069165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Apo-ACP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120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84.0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22228045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</a:rPr>
                        <a:t>CoA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33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4.0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09549567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 err="1">
                          <a:effectLst/>
                        </a:rPr>
                        <a:t>MupN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20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10.0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7999389"/>
                  </a:ext>
                </a:extLst>
              </a:tr>
              <a:tr h="278714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MgSO</a:t>
                      </a:r>
                      <a:r>
                        <a:rPr lang="en-GB" sz="1600" u="none" strike="noStrike" baseline="-25000" dirty="0">
                          <a:effectLst/>
                        </a:rPr>
                        <a:t>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1x10</a:t>
                      </a:r>
                      <a:r>
                        <a:rPr lang="en-GB" sz="1600" u="none" strike="noStrike" baseline="30000" dirty="0">
                          <a:effectLst/>
                        </a:rPr>
                        <a:t>6</a:t>
                      </a:r>
                      <a:endParaRPr lang="en-GB" sz="16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10000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1.0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51989952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</a:rPr>
                        <a:t>Probe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1x10</a:t>
                      </a:r>
                      <a:r>
                        <a:rPr lang="en-GB" sz="1600" u="none" strike="noStrike" baseline="30000" dirty="0">
                          <a:effectLst/>
                        </a:rPr>
                        <a:t>5</a:t>
                      </a:r>
                      <a:endParaRPr lang="en-GB" sz="16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1000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1.0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69564042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ATP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1x10</a:t>
                      </a:r>
                      <a:r>
                        <a:rPr lang="en-GB" sz="1600" u="none" strike="noStrike" baseline="30000" dirty="0">
                          <a:effectLst/>
                        </a:rPr>
                        <a:t>5</a:t>
                      </a:r>
                      <a:endParaRPr lang="en-GB" sz="16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1000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1.0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10749060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1" u="none" strike="noStrike" dirty="0">
                          <a:effectLst/>
                        </a:rPr>
                        <a:t>101.0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4194502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FDE7D9B-C902-5ABE-8FCA-4AF2A1D0E8A8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52476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298738" y="1730544"/>
            <a:ext cx="1723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BonD_ACP6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202412-F742-04B5-BACB-B34B33A21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7" t="9780" r="6506"/>
          <a:stretch/>
        </p:blipFill>
        <p:spPr>
          <a:xfrm>
            <a:off x="2156979" y="1730544"/>
            <a:ext cx="9601201" cy="51274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B5EA6-8227-EBF6-ACAA-818CA6077BD2}"/>
              </a:ext>
            </a:extLst>
          </p:cNvPr>
          <p:cNvSpPr txBox="1"/>
          <p:nvPr/>
        </p:nvSpPr>
        <p:spPr>
          <a:xfrm>
            <a:off x="277643" y="3429000"/>
            <a:ext cx="17231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 hour</a:t>
            </a:r>
          </a:p>
          <a:p>
            <a:endParaRPr lang="en-GB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Room temperature</a:t>
            </a:r>
          </a:p>
        </p:txBody>
      </p:sp>
    </p:spTree>
    <p:extLst>
      <p:ext uri="{BB962C8B-B14F-4D97-AF65-F5344CB8AC3E}">
        <p14:creationId xmlns:p14="http://schemas.microsoft.com/office/powerpoint/2010/main" val="2755424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215612" y="1729040"/>
            <a:ext cx="22574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BonD_ACP6</a:t>
            </a:r>
          </a:p>
          <a:p>
            <a:endParaRPr lang="en-GB" sz="2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Ppant-ejection</a:t>
            </a:r>
          </a:p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Assay</a:t>
            </a:r>
          </a:p>
        </p:txBody>
      </p:sp>
      <p:pic>
        <p:nvPicPr>
          <p:cNvPr id="3" name="Content Placeholder 12" descr="A graph of a chemical structure&#10;&#10;Description automatically generated">
            <a:extLst>
              <a:ext uri="{FF2B5EF4-FFF2-40B4-BE49-F238E27FC236}">
                <a16:creationId xmlns:a16="http://schemas.microsoft.com/office/drawing/2014/main" id="{A6871A04-E56D-F5CF-8462-ED2A5513A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34" t="4136" r="5814"/>
          <a:stretch/>
        </p:blipFill>
        <p:spPr>
          <a:xfrm>
            <a:off x="2410691" y="1575725"/>
            <a:ext cx="9434946" cy="523971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1E6092-C405-1BDC-6624-6E3EEF4598AE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74121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pic>
        <p:nvPicPr>
          <p:cNvPr id="6" name="Picture 5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79731567-26FC-1785-7FD3-5D5CFAED0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8" t="1577" r="577"/>
          <a:stretch/>
        </p:blipFill>
        <p:spPr>
          <a:xfrm>
            <a:off x="2254827" y="1554943"/>
            <a:ext cx="9856646" cy="52828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267565" y="1730544"/>
            <a:ext cx="195608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MmpA_ACP_3a</a:t>
            </a:r>
          </a:p>
          <a:p>
            <a:endParaRPr lang="en-GB" sz="2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Ppant-ejection </a:t>
            </a:r>
          </a:p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Assay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70120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B5EA6-8227-EBF6-ACAA-818CA6077BD2}"/>
              </a:ext>
            </a:extLst>
          </p:cNvPr>
          <p:cNvSpPr txBox="1"/>
          <p:nvPr/>
        </p:nvSpPr>
        <p:spPr>
          <a:xfrm>
            <a:off x="329910" y="3330081"/>
            <a:ext cx="17231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 hour</a:t>
            </a:r>
          </a:p>
          <a:p>
            <a:endParaRPr lang="en-GB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Room temperature</a:t>
            </a:r>
          </a:p>
          <a:p>
            <a:endParaRPr lang="en-GB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40% apo</a:t>
            </a:r>
          </a:p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60% crypto</a:t>
            </a:r>
          </a:p>
          <a:p>
            <a:endParaRPr lang="en-GB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2" name="Picture 1" descr="A graph of chemical formulas&#10;&#10;Description automatically generated">
            <a:extLst>
              <a:ext uri="{FF2B5EF4-FFF2-40B4-BE49-F238E27FC236}">
                <a16:creationId xmlns:a16="http://schemas.microsoft.com/office/drawing/2014/main" id="{7BBD57A8-AD96-88CB-1BB2-B7672723B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7" t="6610" r="5429"/>
          <a:stretch/>
        </p:blipFill>
        <p:spPr>
          <a:xfrm>
            <a:off x="2130136" y="1590316"/>
            <a:ext cx="9658766" cy="52085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298738" y="1730544"/>
            <a:ext cx="19560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MmpA_ACP_3a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65542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SDS-PAGE Cross-linking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18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955BF84-54FF-2A72-7069-CB59236B707B}"/>
              </a:ext>
            </a:extLst>
          </p:cNvPr>
          <p:cNvGrpSpPr/>
          <p:nvPr/>
        </p:nvGrpSpPr>
        <p:grpSpPr>
          <a:xfrm>
            <a:off x="5536969" y="1600077"/>
            <a:ext cx="5669280" cy="5232402"/>
            <a:chOff x="2397760" y="812799"/>
            <a:chExt cx="5669280" cy="523240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4AFD3B-62D2-0CC0-E5DC-72DC75B7E840}"/>
                </a:ext>
              </a:extLst>
            </p:cNvPr>
            <p:cNvSpPr/>
            <p:nvPr/>
          </p:nvSpPr>
          <p:spPr>
            <a:xfrm>
              <a:off x="2397760" y="812799"/>
              <a:ext cx="5669280" cy="52324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12C2BCD-35D9-8AFA-25E1-48DA39CBA16F}"/>
                </a:ext>
              </a:extLst>
            </p:cNvPr>
            <p:cNvGrpSpPr/>
            <p:nvPr/>
          </p:nvGrpSpPr>
          <p:grpSpPr>
            <a:xfrm>
              <a:off x="2499491" y="812799"/>
              <a:ext cx="5262749" cy="4805681"/>
              <a:chOff x="2499491" y="812799"/>
              <a:chExt cx="5262749" cy="4805681"/>
            </a:xfrm>
          </p:grpSpPr>
          <p:pic>
            <p:nvPicPr>
              <p:cNvPr id="10" name="Picture 9" descr="A close-up of a rectangular object&#10;&#10;Description automatically generated">
                <a:extLst>
                  <a:ext uri="{FF2B5EF4-FFF2-40B4-BE49-F238E27FC236}">
                    <a16:creationId xmlns:a16="http://schemas.microsoft.com/office/drawing/2014/main" id="{4DA848F7-94A5-9708-0F07-148AC083B8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003" t="35136" r="31946" b="12705"/>
              <a:stretch/>
            </p:blipFill>
            <p:spPr>
              <a:xfrm>
                <a:off x="3688080" y="2231242"/>
                <a:ext cx="4074160" cy="3387238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C56063-8942-10A8-A21C-F9F0295E8AA4}"/>
                  </a:ext>
                </a:extLst>
              </p:cNvPr>
              <p:cNvSpPr txBox="1"/>
              <p:nvPr/>
            </p:nvSpPr>
            <p:spPr>
              <a:xfrm rot="16200000">
                <a:off x="3644226" y="1715611"/>
                <a:ext cx="5251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KS</a:t>
                </a:r>
                <a:r>
                  <a:rPr lang="en-GB" baseline="30000" dirty="0"/>
                  <a:t>0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F2A03C5-58A4-D664-D8EF-C4FDDE577969}"/>
                  </a:ext>
                </a:extLst>
              </p:cNvPr>
              <p:cNvSpPr txBox="1"/>
              <p:nvPr/>
            </p:nvSpPr>
            <p:spPr>
              <a:xfrm rot="16200000">
                <a:off x="3727748" y="1303158"/>
                <a:ext cx="1350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crypto</a:t>
                </a:r>
                <a:r>
                  <a:rPr lang="en-GB" dirty="0"/>
                  <a:t>-ACP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389359-7D82-DEA9-5D08-788FBE0ED781}"/>
                  </a:ext>
                </a:extLst>
              </p:cNvPr>
              <p:cNvSpPr txBox="1"/>
              <p:nvPr/>
            </p:nvSpPr>
            <p:spPr>
              <a:xfrm rot="16200000">
                <a:off x="4223723" y="1303158"/>
                <a:ext cx="1350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Marker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022C55-7946-3EDC-2A17-7695B2F842AC}"/>
                  </a:ext>
                </a:extLst>
              </p:cNvPr>
              <p:cNvSpPr txBox="1"/>
              <p:nvPr/>
            </p:nvSpPr>
            <p:spPr>
              <a:xfrm rot="16200000">
                <a:off x="4719698" y="1303158"/>
                <a:ext cx="1350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60 min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59083A2-B919-8FCE-B731-DC215AF0895B}"/>
                  </a:ext>
                </a:extLst>
              </p:cNvPr>
              <p:cNvSpPr txBox="1"/>
              <p:nvPr/>
            </p:nvSpPr>
            <p:spPr>
              <a:xfrm rot="16200000">
                <a:off x="5211268" y="1330911"/>
                <a:ext cx="1350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120 min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453F834-AAB9-FD18-05C7-8D761D8A636C}"/>
                  </a:ext>
                </a:extLst>
              </p:cNvPr>
              <p:cNvSpPr txBox="1"/>
              <p:nvPr/>
            </p:nvSpPr>
            <p:spPr>
              <a:xfrm rot="16200000">
                <a:off x="5641519" y="1330911"/>
                <a:ext cx="1350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180 min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72FC86-0936-BB37-586D-5F6CC2821CCB}"/>
                  </a:ext>
                </a:extLst>
              </p:cNvPr>
              <p:cNvSpPr txBox="1"/>
              <p:nvPr/>
            </p:nvSpPr>
            <p:spPr>
              <a:xfrm rot="16200000">
                <a:off x="6122254" y="1303158"/>
                <a:ext cx="1350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240 min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72B7CD-BA1F-BD91-1B01-EBA7EC6D5603}"/>
                  </a:ext>
                </a:extLst>
              </p:cNvPr>
              <p:cNvSpPr txBox="1"/>
              <p:nvPr/>
            </p:nvSpPr>
            <p:spPr>
              <a:xfrm rot="16200000">
                <a:off x="6602989" y="1330911"/>
                <a:ext cx="1350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20 hr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5D37205-CD4C-B62E-DA91-E3276A915E36}"/>
                  </a:ext>
                </a:extLst>
              </p:cNvPr>
              <p:cNvSpPr txBox="1"/>
              <p:nvPr/>
            </p:nvSpPr>
            <p:spPr>
              <a:xfrm>
                <a:off x="2499491" y="1941272"/>
                <a:ext cx="10454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dirty="0"/>
                  <a:t>Size / </a:t>
                </a:r>
                <a:r>
                  <a:rPr lang="en-GB" sz="1600" dirty="0" err="1"/>
                  <a:t>kDa</a:t>
                </a:r>
                <a:endParaRPr lang="en-GB" sz="16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BB8561-8574-0A97-C962-6B5A7DB100EB}"/>
                  </a:ext>
                </a:extLst>
              </p:cNvPr>
              <p:cNvSpPr txBox="1"/>
              <p:nvPr/>
            </p:nvSpPr>
            <p:spPr>
              <a:xfrm>
                <a:off x="3134748" y="2395117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180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4C12D4F-8077-08CD-EFC5-94354D19E902}"/>
                  </a:ext>
                </a:extLst>
              </p:cNvPr>
              <p:cNvSpPr txBox="1"/>
              <p:nvPr/>
            </p:nvSpPr>
            <p:spPr>
              <a:xfrm>
                <a:off x="3141401" y="2579783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130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5810C3-4D9F-04C3-9306-EE6B14F37B60}"/>
                  </a:ext>
                </a:extLst>
              </p:cNvPr>
              <p:cNvSpPr txBox="1"/>
              <p:nvPr/>
            </p:nvSpPr>
            <p:spPr>
              <a:xfrm>
                <a:off x="3143376" y="2764449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100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410F8E2-D7F9-8068-978D-5B61EA9C2B20}"/>
                  </a:ext>
                </a:extLst>
              </p:cNvPr>
              <p:cNvSpPr txBox="1"/>
              <p:nvPr/>
            </p:nvSpPr>
            <p:spPr>
              <a:xfrm>
                <a:off x="3258042" y="3059668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70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5D18640-55B2-761F-0A81-55A0DA93C9BA}"/>
                  </a:ext>
                </a:extLst>
              </p:cNvPr>
              <p:cNvSpPr txBox="1"/>
              <p:nvPr/>
            </p:nvSpPr>
            <p:spPr>
              <a:xfrm>
                <a:off x="3268958" y="3488282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55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3A5B174-E64E-B521-9445-32D47DBEEA99}"/>
                  </a:ext>
                </a:extLst>
              </p:cNvPr>
              <p:cNvSpPr txBox="1"/>
              <p:nvPr/>
            </p:nvSpPr>
            <p:spPr>
              <a:xfrm>
                <a:off x="3268340" y="3857614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40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931F00-23DC-2F01-0B88-4C468259C7AF}"/>
                  </a:ext>
                </a:extLst>
              </p:cNvPr>
              <p:cNvSpPr txBox="1"/>
              <p:nvPr/>
            </p:nvSpPr>
            <p:spPr>
              <a:xfrm>
                <a:off x="3279118" y="4216786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35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418E99-2A54-1ACE-9A26-495443C58593}"/>
                  </a:ext>
                </a:extLst>
              </p:cNvPr>
              <p:cNvSpPr txBox="1"/>
              <p:nvPr/>
            </p:nvSpPr>
            <p:spPr>
              <a:xfrm>
                <a:off x="3279118" y="4491106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25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6C87F66-9D5E-A084-2A78-86E56874819A}"/>
                  </a:ext>
                </a:extLst>
              </p:cNvPr>
              <p:cNvSpPr txBox="1"/>
              <p:nvPr/>
            </p:nvSpPr>
            <p:spPr>
              <a:xfrm>
                <a:off x="3278500" y="5121026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15</a:t>
                </a:r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298738" y="1730544"/>
            <a:ext cx="5509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BonD_ACP6-BonD_KS</a:t>
            </a:r>
            <a:r>
              <a:rPr lang="en-GB" sz="2000" b="1" baseline="30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0</a:t>
            </a:r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_SxC cross-linking trial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560245-C166-E8B7-FAE6-39897A161C2B}"/>
              </a:ext>
            </a:extLst>
          </p:cNvPr>
          <p:cNvSpPr txBox="1"/>
          <p:nvPr/>
        </p:nvSpPr>
        <p:spPr>
          <a:xfrm>
            <a:off x="778934" y="3342071"/>
            <a:ext cx="43347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SDS-PAGE gel protocol as reported in the 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Miyanaga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paper.</a:t>
            </a:r>
          </a:p>
          <a:p>
            <a:endParaRPr lang="en-GB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Noticeable mass increase.</a:t>
            </a:r>
          </a:p>
          <a:p>
            <a:endParaRPr lang="en-GB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Cross-linking has likely occurred – to be repeated.</a:t>
            </a:r>
          </a:p>
        </p:txBody>
      </p:sp>
    </p:spTree>
    <p:extLst>
      <p:ext uri="{BB962C8B-B14F-4D97-AF65-F5344CB8AC3E}">
        <p14:creationId xmlns:p14="http://schemas.microsoft.com/office/powerpoint/2010/main" val="4181324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Expression and purification of BonD_KS</a:t>
            </a:r>
            <a:r>
              <a:rPr lang="en-GB" sz="3600" b="1" baseline="30000" dirty="0">
                <a:latin typeface="Aptos Display" panose="020B0004020202020204" pitchFamily="34" charset="0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298738" y="1730544"/>
            <a:ext cx="5509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Growth and Purification of BonD_KS</a:t>
            </a:r>
            <a:r>
              <a:rPr lang="en-GB" sz="2000" b="1" baseline="30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0</a:t>
            </a:r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_WT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AF537CC-B359-9E59-36E9-1BA9F90B0E8C}"/>
              </a:ext>
            </a:extLst>
          </p:cNvPr>
          <p:cNvGrpSpPr/>
          <p:nvPr/>
        </p:nvGrpSpPr>
        <p:grpSpPr>
          <a:xfrm>
            <a:off x="4783645" y="1820576"/>
            <a:ext cx="6492108" cy="4578199"/>
            <a:chOff x="2352172" y="1581831"/>
            <a:chExt cx="6492108" cy="457819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F7A6576-4FBB-9819-B260-5D521A4E9DE3}"/>
                </a:ext>
              </a:extLst>
            </p:cNvPr>
            <p:cNvSpPr txBox="1"/>
            <p:nvPr/>
          </p:nvSpPr>
          <p:spPr>
            <a:xfrm rot="16200000">
              <a:off x="4435763" y="2133150"/>
              <a:ext cx="1350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Marker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F30D7C1-1C95-66F0-328F-25D4C429AC15}"/>
                </a:ext>
              </a:extLst>
            </p:cNvPr>
            <p:cNvSpPr txBox="1"/>
            <p:nvPr/>
          </p:nvSpPr>
          <p:spPr>
            <a:xfrm rot="16200000">
              <a:off x="3790489" y="2209954"/>
              <a:ext cx="1350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Son Lysate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B69C64C-344A-152B-9F5F-F065B5585CCC}"/>
                </a:ext>
              </a:extLst>
            </p:cNvPr>
            <p:cNvGrpSpPr/>
            <p:nvPr/>
          </p:nvGrpSpPr>
          <p:grpSpPr>
            <a:xfrm>
              <a:off x="2352172" y="1740948"/>
              <a:ext cx="6492108" cy="4419082"/>
              <a:chOff x="2352172" y="1740948"/>
              <a:chExt cx="6492108" cy="4419082"/>
            </a:xfrm>
          </p:grpSpPr>
          <p:pic>
            <p:nvPicPr>
              <p:cNvPr id="48" name="Picture 47" descr="A close-up of a dna test&#10;&#10;Description automatically generated">
                <a:extLst>
                  <a:ext uri="{FF2B5EF4-FFF2-40B4-BE49-F238E27FC236}">
                    <a16:creationId xmlns:a16="http://schemas.microsoft.com/office/drawing/2014/main" id="{49985CD0-17A3-4A45-AEB6-62109E1631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04" t="34963" r="38272" b="29037"/>
              <a:stretch/>
            </p:blipFill>
            <p:spPr>
              <a:xfrm>
                <a:off x="3347720" y="2949470"/>
                <a:ext cx="5496560" cy="3210560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A01402E-5225-EF7A-DE6A-1F4AA7B34E38}"/>
                  </a:ext>
                </a:extLst>
              </p:cNvPr>
              <p:cNvSpPr txBox="1"/>
              <p:nvPr/>
            </p:nvSpPr>
            <p:spPr>
              <a:xfrm>
                <a:off x="2352172" y="2784240"/>
                <a:ext cx="10454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dirty="0"/>
                  <a:t>Size / </a:t>
                </a:r>
                <a:r>
                  <a:rPr lang="en-GB" sz="1600" dirty="0" err="1"/>
                  <a:t>kDa</a:t>
                </a:r>
                <a:endParaRPr lang="en-GB" sz="1600" dirty="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544D164-3C18-0C13-AEB0-8F20FA4092E0}"/>
                  </a:ext>
                </a:extLst>
              </p:cNvPr>
              <p:cNvSpPr txBox="1"/>
              <p:nvPr/>
            </p:nvSpPr>
            <p:spPr>
              <a:xfrm>
                <a:off x="2966058" y="3370509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55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07F3903-9E8E-54FD-D731-B4B4FC63E6A5}"/>
                  </a:ext>
                </a:extLst>
              </p:cNvPr>
              <p:cNvSpPr txBox="1"/>
              <p:nvPr/>
            </p:nvSpPr>
            <p:spPr>
              <a:xfrm>
                <a:off x="2965123" y="3623304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40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2D0309E-B552-7ECC-8BC3-B485FA6EB89F}"/>
                  </a:ext>
                </a:extLst>
              </p:cNvPr>
              <p:cNvSpPr txBox="1"/>
              <p:nvPr/>
            </p:nvSpPr>
            <p:spPr>
              <a:xfrm>
                <a:off x="2975283" y="3877736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35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1A7DF2B-AFA7-393B-14A5-408E7C9E78B1}"/>
                  </a:ext>
                </a:extLst>
              </p:cNvPr>
              <p:cNvSpPr txBox="1"/>
              <p:nvPr/>
            </p:nvSpPr>
            <p:spPr>
              <a:xfrm>
                <a:off x="2985443" y="4207761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25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1CCE149-BC8A-F97C-6EB7-A114D3F47333}"/>
                  </a:ext>
                </a:extLst>
              </p:cNvPr>
              <p:cNvSpPr txBox="1"/>
              <p:nvPr/>
            </p:nvSpPr>
            <p:spPr>
              <a:xfrm>
                <a:off x="2985443" y="4817344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15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27FEF86-BA4A-A301-47A1-31B6FE523234}"/>
                  </a:ext>
                </a:extLst>
              </p:cNvPr>
              <p:cNvSpPr txBox="1"/>
              <p:nvPr/>
            </p:nvSpPr>
            <p:spPr>
              <a:xfrm>
                <a:off x="2985443" y="5426927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10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337FFD4-E6EB-2EBA-DBA9-2566F76AB4CE}"/>
                  </a:ext>
                </a:extLst>
              </p:cNvPr>
              <p:cNvSpPr txBox="1"/>
              <p:nvPr/>
            </p:nvSpPr>
            <p:spPr>
              <a:xfrm>
                <a:off x="2965123" y="3125665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70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E1A58F4-41B7-79C6-40F8-13438ED3138A}"/>
                  </a:ext>
                </a:extLst>
              </p:cNvPr>
              <p:cNvSpPr txBox="1"/>
              <p:nvPr/>
            </p:nvSpPr>
            <p:spPr>
              <a:xfrm rot="16200000">
                <a:off x="3145215" y="2231307"/>
                <a:ext cx="1350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Son Pellet</a:t>
                </a: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8A2A568-3EC1-4F88-1050-510738A22E64}"/>
                </a:ext>
              </a:extLst>
            </p:cNvPr>
            <p:cNvSpPr txBox="1"/>
            <p:nvPr/>
          </p:nvSpPr>
          <p:spPr>
            <a:xfrm rot="16200000">
              <a:off x="5103201" y="2112830"/>
              <a:ext cx="1350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IMAC FT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DDEE923-9B9D-346E-6AE7-A4CD9F37E5EF}"/>
                </a:ext>
              </a:extLst>
            </p:cNvPr>
            <p:cNvSpPr txBox="1"/>
            <p:nvPr/>
          </p:nvSpPr>
          <p:spPr>
            <a:xfrm rot="16200000">
              <a:off x="5788612" y="2112830"/>
              <a:ext cx="1350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IMAC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3F62243-C372-B842-9C1B-DD553C2B1507}"/>
                </a:ext>
              </a:extLst>
            </p:cNvPr>
            <p:cNvSpPr txBox="1"/>
            <p:nvPr/>
          </p:nvSpPr>
          <p:spPr>
            <a:xfrm rot="16200000">
              <a:off x="6440140" y="2079207"/>
              <a:ext cx="1350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SEC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18F0FE1-FB22-60F3-5B54-FC9DB1FE48DD}"/>
                </a:ext>
              </a:extLst>
            </p:cNvPr>
            <p:cNvSpPr txBox="1"/>
            <p:nvPr/>
          </p:nvSpPr>
          <p:spPr>
            <a:xfrm rot="16200000">
              <a:off x="7079161" y="2079207"/>
              <a:ext cx="1350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SEC 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81D60A1-E9F5-8C31-35D3-114696ED4E60}"/>
                </a:ext>
              </a:extLst>
            </p:cNvPr>
            <p:cNvSpPr txBox="1"/>
            <p:nvPr/>
          </p:nvSpPr>
          <p:spPr>
            <a:xfrm rot="16200000">
              <a:off x="7746600" y="2072190"/>
              <a:ext cx="1350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SEC 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F2C03366-959A-BE89-75DA-AEF7EB57797C}"/>
              </a:ext>
            </a:extLst>
          </p:cNvPr>
          <p:cNvSpPr txBox="1"/>
          <p:nvPr/>
        </p:nvSpPr>
        <p:spPr>
          <a:xfrm>
            <a:off x="427083" y="3741296"/>
            <a:ext cx="4334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BonD_KS</a:t>
            </a:r>
            <a:r>
              <a:rPr lang="en-GB" baseline="30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0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_WT contains an active site serine residue 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  <a:sym typeface="Wingdings" panose="05000000000000000000" pitchFamily="2" charset="2"/>
              </a:rPr>
              <a:t> ideally, no cross-linking should be observed with cp-ACPs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A73E84-B7B5-40FB-1ED8-929C96D12CAA}"/>
              </a:ext>
            </a:extLst>
          </p:cNvPr>
          <p:cNvSpPr txBox="1"/>
          <p:nvPr/>
        </p:nvSpPr>
        <p:spPr>
          <a:xfrm>
            <a:off x="127394" y="6121902"/>
            <a:ext cx="40618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SDS-PAGE</a:t>
            </a:r>
          </a:p>
          <a:p>
            <a:r>
              <a:rPr lang="en-GB" dirty="0"/>
              <a:t>BonD_KS</a:t>
            </a:r>
            <a:r>
              <a:rPr lang="en-GB" baseline="30000" dirty="0"/>
              <a:t>0</a:t>
            </a:r>
            <a:r>
              <a:rPr lang="en-GB" dirty="0"/>
              <a:t>_WT_Purification (~8 mg/mL)</a:t>
            </a:r>
          </a:p>
        </p:txBody>
      </p:sp>
    </p:spTree>
    <p:extLst>
      <p:ext uri="{BB962C8B-B14F-4D97-AF65-F5344CB8AC3E}">
        <p14:creationId xmlns:p14="http://schemas.microsoft.com/office/powerpoint/2010/main" val="2455817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AB5FB9-7AAB-AF69-4770-02A6462313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30" t="8457" r="6809"/>
          <a:stretch/>
        </p:blipFill>
        <p:spPr>
          <a:xfrm>
            <a:off x="288105" y="2095290"/>
            <a:ext cx="8664509" cy="4730812"/>
          </a:xfrm>
          <a:prstGeom prst="rect">
            <a:avLst/>
          </a:prstGeom>
        </p:spPr>
      </p:pic>
      <p:pic>
        <p:nvPicPr>
          <p:cNvPr id="9" name="Picture 8" descr="A graph of a graph showing the weight of a person&#10;&#10;Description automatically generated">
            <a:extLst>
              <a:ext uri="{FF2B5EF4-FFF2-40B4-BE49-F238E27FC236}">
                <a16:creationId xmlns:a16="http://schemas.microsoft.com/office/drawing/2014/main" id="{D3DDFF0F-FAC6-B7F0-F63B-5B688A26D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2" t="8628" r="5879" b="-576"/>
          <a:stretch/>
        </p:blipFill>
        <p:spPr>
          <a:xfrm>
            <a:off x="5749939" y="1565233"/>
            <a:ext cx="6136640" cy="32436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Cross-linking reaction with WT KS</a:t>
            </a:r>
            <a:r>
              <a:rPr lang="en-GB" sz="3600" b="1" baseline="30000" dirty="0">
                <a:latin typeface="Aptos Display" panose="020B0004020202020204" pitchFamily="34" charset="0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298738" y="1730544"/>
            <a:ext cx="5509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BonD_ACP6 -BonD_KS</a:t>
            </a:r>
            <a:r>
              <a:rPr lang="en-GB" sz="2000" b="1" baseline="30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0</a:t>
            </a:r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_WT cross-linking trial</a:t>
            </a:r>
          </a:p>
        </p:txBody>
      </p:sp>
      <p:pic>
        <p:nvPicPr>
          <p:cNvPr id="8" name="Picture 7" descr="A graph of a graph showing a number of times&#10;&#10;Description automatically generated with medium confidence">
            <a:extLst>
              <a:ext uri="{FF2B5EF4-FFF2-40B4-BE49-F238E27FC236}">
                <a16:creationId xmlns:a16="http://schemas.microsoft.com/office/drawing/2014/main" id="{3D6F8ACE-5F16-DF6F-2BE2-0D0A6A7D9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0" t="9646" r="4990"/>
          <a:stretch/>
        </p:blipFill>
        <p:spPr>
          <a:xfrm>
            <a:off x="5761320" y="1730544"/>
            <a:ext cx="6207761" cy="318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77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Native gel trials</a:t>
            </a:r>
            <a:endParaRPr lang="en-GB" sz="3600" b="1" baseline="30000" dirty="0">
              <a:latin typeface="Aptos Display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191875" y="1741960"/>
            <a:ext cx="61619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MmpA_ACP3a-MmpE_M214A_KS</a:t>
            </a:r>
            <a:r>
              <a:rPr lang="en-GB" sz="2000" b="1" baseline="30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0</a:t>
            </a:r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cross-linking trial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C25A6E1-D037-D892-99B0-54BECA66C44B}"/>
              </a:ext>
            </a:extLst>
          </p:cNvPr>
          <p:cNvGrpSpPr/>
          <p:nvPr/>
        </p:nvGrpSpPr>
        <p:grpSpPr>
          <a:xfrm>
            <a:off x="5649368" y="1200871"/>
            <a:ext cx="5515960" cy="5531194"/>
            <a:chOff x="4634152" y="-1102250"/>
            <a:chExt cx="7107337" cy="7566903"/>
          </a:xfrm>
        </p:grpSpPr>
        <p:pic>
          <p:nvPicPr>
            <p:cNvPr id="5" name="Picture 4" descr="A close-up of a test tube&#10;&#10;Description automatically generated">
              <a:extLst>
                <a:ext uri="{FF2B5EF4-FFF2-40B4-BE49-F238E27FC236}">
                  <a16:creationId xmlns:a16="http://schemas.microsoft.com/office/drawing/2014/main" id="{18D154EE-58AD-1B67-253B-B11A0231C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69" t="29536" r="22489" b="15949"/>
            <a:stretch/>
          </p:blipFill>
          <p:spPr>
            <a:xfrm>
              <a:off x="5913760" y="2274617"/>
              <a:ext cx="5827729" cy="415531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BEC4B3D-F873-603A-0B89-31D1E4468292}"/>
                </a:ext>
              </a:extLst>
            </p:cNvPr>
            <p:cNvSpPr txBox="1"/>
            <p:nvPr/>
          </p:nvSpPr>
          <p:spPr>
            <a:xfrm rot="16200000">
              <a:off x="6864313" y="904615"/>
              <a:ext cx="2305111" cy="434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Marker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A1F7AC-CE53-14A9-B10B-614E41385265}"/>
                </a:ext>
              </a:extLst>
            </p:cNvPr>
            <p:cNvSpPr txBox="1"/>
            <p:nvPr/>
          </p:nvSpPr>
          <p:spPr>
            <a:xfrm rot="16200000">
              <a:off x="10260290" y="1055808"/>
              <a:ext cx="20682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Marker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C068D9-DBF7-0873-1184-779096E9DE1E}"/>
                </a:ext>
              </a:extLst>
            </p:cNvPr>
            <p:cNvSpPr txBox="1"/>
            <p:nvPr/>
          </p:nvSpPr>
          <p:spPr>
            <a:xfrm rot="16200000">
              <a:off x="7509402" y="1055808"/>
              <a:ext cx="20682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0.125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5C51058-CD92-85D8-3872-77AE736866AF}"/>
                </a:ext>
              </a:extLst>
            </p:cNvPr>
            <p:cNvSpPr txBox="1"/>
            <p:nvPr/>
          </p:nvSpPr>
          <p:spPr>
            <a:xfrm rot="16200000">
              <a:off x="8047654" y="1055808"/>
              <a:ext cx="20682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0.25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152BBB6-1F53-87AC-18C3-BC8672D1744F}"/>
                </a:ext>
              </a:extLst>
            </p:cNvPr>
            <p:cNvSpPr txBox="1"/>
            <p:nvPr/>
          </p:nvSpPr>
          <p:spPr>
            <a:xfrm rot="16200000">
              <a:off x="8604145" y="1055808"/>
              <a:ext cx="20682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0.5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929D67B-FDB3-CB11-7A0A-FF32C518357B}"/>
                </a:ext>
              </a:extLst>
            </p:cNvPr>
            <p:cNvSpPr txBox="1"/>
            <p:nvPr/>
          </p:nvSpPr>
          <p:spPr>
            <a:xfrm rot="16200000">
              <a:off x="9160636" y="1055808"/>
              <a:ext cx="20682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F76EFB-93C9-D8AE-1FB5-B1719C26C4D2}"/>
                </a:ext>
              </a:extLst>
            </p:cNvPr>
            <p:cNvSpPr txBox="1"/>
            <p:nvPr/>
          </p:nvSpPr>
          <p:spPr>
            <a:xfrm rot="16200000">
              <a:off x="9703798" y="1055808"/>
              <a:ext cx="20682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2</a:t>
              </a:r>
            </a:p>
          </p:txBody>
        </p:sp>
        <p:sp>
          <p:nvSpPr>
            <p:cNvPr id="17" name="Left Brace 16">
              <a:extLst>
                <a:ext uri="{FF2B5EF4-FFF2-40B4-BE49-F238E27FC236}">
                  <a16:creationId xmlns:a16="http://schemas.microsoft.com/office/drawing/2014/main" id="{C5F8D2DE-96DD-C885-0F39-C36CF5D04822}"/>
                </a:ext>
              </a:extLst>
            </p:cNvPr>
            <p:cNvSpPr/>
            <p:nvPr/>
          </p:nvSpPr>
          <p:spPr>
            <a:xfrm rot="5400000">
              <a:off x="9444153" y="-25927"/>
              <a:ext cx="369333" cy="2659445"/>
            </a:xfrm>
            <a:prstGeom prst="leftBrace">
              <a:avLst>
                <a:gd name="adj1" fmla="val 63889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D6E441D-92A0-0829-9E29-9D0DD946FCE5}"/>
                </a:ext>
              </a:extLst>
            </p:cNvPr>
            <p:cNvSpPr txBox="1"/>
            <p:nvPr/>
          </p:nvSpPr>
          <p:spPr>
            <a:xfrm>
              <a:off x="8562486" y="297920"/>
              <a:ext cx="2151603" cy="884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dirty="0"/>
                <a:t>crypto-ACP:KS (x:1)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4AB9C4A-DD71-C803-A59F-9CBAEF16DEDB}"/>
                </a:ext>
              </a:extLst>
            </p:cNvPr>
            <p:cNvSpPr txBox="1"/>
            <p:nvPr/>
          </p:nvSpPr>
          <p:spPr>
            <a:xfrm rot="16200000">
              <a:off x="6026688" y="622798"/>
              <a:ext cx="2874054" cy="475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MmpE_M214A_KS</a:t>
              </a:r>
              <a:endParaRPr lang="en-GB" baseline="300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2752B03-D292-71A6-F3CB-B963EE9DF3FB}"/>
                </a:ext>
              </a:extLst>
            </p:cNvPr>
            <p:cNvSpPr txBox="1"/>
            <p:nvPr/>
          </p:nvSpPr>
          <p:spPr>
            <a:xfrm rot="16200000">
              <a:off x="5179490" y="377178"/>
              <a:ext cx="3434742" cy="475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/>
                <a:t>crypt</a:t>
              </a:r>
              <a:r>
                <a:rPr lang="en-GB" dirty="0"/>
                <a:t>-MmpA_ACP3a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58AB3F5-DB5D-6D30-B482-393508EDF904}"/>
                </a:ext>
              </a:extLst>
            </p:cNvPr>
            <p:cNvSpPr txBox="1"/>
            <p:nvPr/>
          </p:nvSpPr>
          <p:spPr>
            <a:xfrm rot="16200000">
              <a:off x="4705364" y="490898"/>
              <a:ext cx="3207298" cy="475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/>
                <a:t>apo</a:t>
              </a:r>
              <a:r>
                <a:rPr lang="en-GB" dirty="0"/>
                <a:t>-MmpA_ACP3a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4E1C62E-5312-0C62-BD9B-2D977D1AB2A5}"/>
                </a:ext>
              </a:extLst>
            </p:cNvPr>
            <p:cNvSpPr txBox="1"/>
            <p:nvPr/>
          </p:nvSpPr>
          <p:spPr>
            <a:xfrm>
              <a:off x="4634152" y="2128489"/>
              <a:ext cx="1045414" cy="338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Size / </a:t>
              </a:r>
              <a:r>
                <a:rPr lang="en-GB" sz="1600" dirty="0" err="1"/>
                <a:t>kDa</a:t>
              </a:r>
              <a:endParaRPr lang="en-GB" sz="16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75C5A3-198F-7DC7-C476-060F868804F3}"/>
                </a:ext>
              </a:extLst>
            </p:cNvPr>
            <p:cNvSpPr txBox="1"/>
            <p:nvPr/>
          </p:nvSpPr>
          <p:spPr>
            <a:xfrm>
              <a:off x="5245157" y="2777911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180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5A63341-160D-610C-FEF2-84CB1481A973}"/>
                </a:ext>
              </a:extLst>
            </p:cNvPr>
            <p:cNvSpPr txBox="1"/>
            <p:nvPr/>
          </p:nvSpPr>
          <p:spPr>
            <a:xfrm>
              <a:off x="5256203" y="3374019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130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B187472-F722-D7EE-1026-41515521059B}"/>
                </a:ext>
              </a:extLst>
            </p:cNvPr>
            <p:cNvSpPr txBox="1"/>
            <p:nvPr/>
          </p:nvSpPr>
          <p:spPr>
            <a:xfrm>
              <a:off x="5233051" y="4052582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~70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68EACA2-15EC-03CB-C358-82177D0433B9}"/>
                </a:ext>
              </a:extLst>
            </p:cNvPr>
            <p:cNvSpPr txBox="1"/>
            <p:nvPr/>
          </p:nvSpPr>
          <p:spPr>
            <a:xfrm>
              <a:off x="5228209" y="6095321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~10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7BBDD64-912E-D7C5-4A5D-F1375F194388}"/>
              </a:ext>
            </a:extLst>
          </p:cNvPr>
          <p:cNvSpPr txBox="1"/>
          <p:nvPr/>
        </p:nvSpPr>
        <p:spPr>
          <a:xfrm>
            <a:off x="427083" y="3741296"/>
            <a:ext cx="3521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Attempts to work on native gel protocol yielded poor quality gels.</a:t>
            </a:r>
          </a:p>
        </p:txBody>
      </p:sp>
    </p:spTree>
    <p:extLst>
      <p:ext uri="{BB962C8B-B14F-4D97-AF65-F5344CB8AC3E}">
        <p14:creationId xmlns:p14="http://schemas.microsoft.com/office/powerpoint/2010/main" val="2530797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 b="1" baseline="30000" dirty="0">
              <a:latin typeface="Aptos Display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22</a:t>
            </a:r>
          </a:p>
        </p:txBody>
      </p:sp>
      <p:pic>
        <p:nvPicPr>
          <p:cNvPr id="6" name="Picture 5" descr="A graph of a graph showing the amount of time&#10;&#10;Description automatically generated with medium confidence">
            <a:extLst>
              <a:ext uri="{FF2B5EF4-FFF2-40B4-BE49-F238E27FC236}">
                <a16:creationId xmlns:a16="http://schemas.microsoft.com/office/drawing/2014/main" id="{B8609928-804E-838A-E050-91C366BEA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9" t="8659" r="6962"/>
          <a:stretch/>
        </p:blipFill>
        <p:spPr>
          <a:xfrm>
            <a:off x="1974212" y="1721179"/>
            <a:ext cx="9653220" cy="51192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191875" y="1690005"/>
            <a:ext cx="61619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MmpA_ACP3a-MmpE_M214A_KS</a:t>
            </a:r>
            <a:r>
              <a:rPr lang="en-GB" sz="2000" b="1" baseline="30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0</a:t>
            </a:r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cross-linking trial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B5AA14-2E6A-52E0-D9B7-1E822D59D8E5}"/>
              </a:ext>
            </a:extLst>
          </p:cNvPr>
          <p:cNvSpPr txBox="1"/>
          <p:nvPr/>
        </p:nvSpPr>
        <p:spPr>
          <a:xfrm>
            <a:off x="275799" y="3357484"/>
            <a:ext cx="29949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18-hours</a:t>
            </a:r>
          </a:p>
          <a:p>
            <a:endParaRPr lang="en-GB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Room temperature </a:t>
            </a:r>
          </a:p>
          <a:p>
            <a:endParaRPr lang="en-GB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2:1 ACP:KS ratio</a:t>
            </a:r>
          </a:p>
        </p:txBody>
      </p:sp>
    </p:spTree>
    <p:extLst>
      <p:ext uri="{BB962C8B-B14F-4D97-AF65-F5344CB8AC3E}">
        <p14:creationId xmlns:p14="http://schemas.microsoft.com/office/powerpoint/2010/main" val="1416996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baseline="30000" dirty="0">
                <a:latin typeface="Aptos Display" panose="020B0004020202020204" pitchFamily="34" charset="0"/>
              </a:rPr>
              <a:t>Short-term future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545166" y="2996972"/>
            <a:ext cx="82767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Repeat SDS-PAGE results (potentially try using commercial SDS gels)</a:t>
            </a:r>
          </a:p>
          <a:p>
            <a:endParaRPr lang="en-GB" sz="2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en-GB" sz="2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en-GB" sz="2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en-GB" sz="2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Acquire MS data for BonD_ACP6-BonD_KS</a:t>
            </a:r>
            <a:r>
              <a:rPr lang="en-GB" sz="2000" b="1" baseline="30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0</a:t>
            </a:r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_SxC</a:t>
            </a:r>
          </a:p>
        </p:txBody>
      </p:sp>
    </p:spTree>
    <p:extLst>
      <p:ext uri="{BB962C8B-B14F-4D97-AF65-F5344CB8AC3E}">
        <p14:creationId xmlns:p14="http://schemas.microsoft.com/office/powerpoint/2010/main" val="2133983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Future work: BCB-sulfoximine probe idea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46456C-D963-23D9-EEA2-0747311BBE0D}"/>
              </a:ext>
            </a:extLst>
          </p:cNvPr>
          <p:cNvSpPr txBox="1"/>
          <p:nvPr/>
        </p:nvSpPr>
        <p:spPr>
          <a:xfrm>
            <a:off x="138978" y="6243014"/>
            <a:ext cx="119140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Z. Zhong, B. J. W. Hocking, C. P. Brown, T.-K. Ma, A. J. P. White, D. J. Mann, A. Armstrong and J. A. Bull, </a:t>
            </a:r>
            <a:r>
              <a:rPr lang="en-GB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Angew</a:t>
            </a:r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 Chem. Int. Ed., n/a, e202420028.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3A500BC-4B59-E057-32EC-8E32FA62C9F6}"/>
              </a:ext>
            </a:extLst>
          </p:cNvPr>
          <p:cNvGrpSpPr/>
          <p:nvPr/>
        </p:nvGrpSpPr>
        <p:grpSpPr>
          <a:xfrm>
            <a:off x="2520851" y="1611093"/>
            <a:ext cx="7191057" cy="4218178"/>
            <a:chOff x="6095999" y="2116997"/>
            <a:chExt cx="6137596" cy="3490262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5C6ACDF-076F-E52A-68D4-E623FE67A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05653" y="2116997"/>
              <a:ext cx="6027942" cy="3490262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758264A-450D-9D84-43D8-5D34B19EA504}"/>
                </a:ext>
              </a:extLst>
            </p:cNvPr>
            <p:cNvSpPr/>
            <p:nvPr/>
          </p:nvSpPr>
          <p:spPr>
            <a:xfrm>
              <a:off x="6095999" y="2116997"/>
              <a:ext cx="3099956" cy="21952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A55C0B5-9161-0735-1B48-856E729CE858}"/>
              </a:ext>
            </a:extLst>
          </p:cNvPr>
          <p:cNvGrpSpPr/>
          <p:nvPr/>
        </p:nvGrpSpPr>
        <p:grpSpPr>
          <a:xfrm>
            <a:off x="1233518" y="2060974"/>
            <a:ext cx="4768273" cy="1818409"/>
            <a:chOff x="3564082" y="2192482"/>
            <a:chExt cx="4768273" cy="1818409"/>
          </a:xfrm>
        </p:grpSpPr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D8137E88-D33D-FD53-5BB7-0EEFBFF1A0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809510"/>
                </p:ext>
              </p:extLst>
            </p:nvPr>
          </p:nvGraphicFramePr>
          <p:xfrm>
            <a:off x="3694113" y="2517775"/>
            <a:ext cx="4622800" cy="1138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3" imgW="2812233" imgH="693281" progId="ChemDraw.Document.6.0">
                    <p:embed/>
                  </p:oleObj>
                </mc:Choice>
                <mc:Fallback>
                  <p:oleObj name="CS ChemDraw Drawing" r:id="rId3" imgW="2812233" imgH="693281" progId="ChemDraw.Document.6.0">
                    <p:embed/>
                    <p:pic>
                      <p:nvPicPr>
                        <p:cNvPr id="3" name="Object 2">
                          <a:extLst>
                            <a:ext uri="{FF2B5EF4-FFF2-40B4-BE49-F238E27FC236}">
                              <a16:creationId xmlns:a16="http://schemas.microsoft.com/office/drawing/2014/main" id="{D8137E88-D33D-FD53-5BB7-0EEFBFF1A0C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694113" y="2517775"/>
                          <a:ext cx="4622800" cy="11382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04D97C3-2A9D-1FF3-4F53-4C4B346425C5}"/>
                </a:ext>
              </a:extLst>
            </p:cNvPr>
            <p:cNvSpPr/>
            <p:nvPr/>
          </p:nvSpPr>
          <p:spPr>
            <a:xfrm>
              <a:off x="3564082" y="2192482"/>
              <a:ext cx="4768273" cy="1818409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" name="AutoShape 4" descr="Details are in the caption following the image">
            <a:extLst>
              <a:ext uri="{FF2B5EF4-FFF2-40B4-BE49-F238E27FC236}">
                <a16:creationId xmlns:a16="http://schemas.microsoft.com/office/drawing/2014/main" id="{72A6073A-B627-E3DA-F431-7E40608064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773" y="3557328"/>
            <a:ext cx="2703862" cy="270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6A346B-642C-3C95-3D96-0BAD62B6EFF1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65977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>
                <a:latin typeface="Aptos Display" panose="020B0004020202020204" pitchFamily="34" charset="0"/>
              </a:rPr>
              <a:t>Future work: BCB-sulfoximine probe idea</a:t>
            </a:r>
            <a:endParaRPr lang="en-GB" sz="3600" b="1" dirty="0">
              <a:latin typeface="Aptos Display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46456C-D963-23D9-EEA2-0747311BBE0D}"/>
              </a:ext>
            </a:extLst>
          </p:cNvPr>
          <p:cNvSpPr txBox="1"/>
          <p:nvPr/>
        </p:nvSpPr>
        <p:spPr>
          <a:xfrm>
            <a:off x="138978" y="6273225"/>
            <a:ext cx="119140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>
                <a:solidFill>
                  <a:schemeClr val="tx2">
                    <a:lumMod val="75000"/>
                    <a:lumOff val="25000"/>
                  </a:schemeClr>
                </a:solidFill>
              </a:rPr>
              <a:t>Z. Zhong, B. J. W. Hocking, C. P. Brown, T.-K. Ma, A. J. P. White, D. J. Mann, A. Armstrong and J. A. Bull, Angew. Chem. Int. Ed., n/a, e202420028.</a:t>
            </a:r>
            <a:endParaRPr lang="en-GB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AutoShape 4" descr="Details are in the caption following the image">
            <a:extLst>
              <a:ext uri="{FF2B5EF4-FFF2-40B4-BE49-F238E27FC236}">
                <a16:creationId xmlns:a16="http://schemas.microsoft.com/office/drawing/2014/main" id="{72A6073A-B627-E3DA-F431-7E40608064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773" y="3557328"/>
            <a:ext cx="2703862" cy="270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5362" name="Picture 2" descr="Details are in the caption following the image">
            <a:extLst>
              <a:ext uri="{FF2B5EF4-FFF2-40B4-BE49-F238E27FC236}">
                <a16:creationId xmlns:a16="http://schemas.microsoft.com/office/drawing/2014/main" id="{DC3289D1-F1B6-643A-A24C-D6D638E9C6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719"/>
          <a:stretch/>
        </p:blipFill>
        <p:spPr bwMode="auto">
          <a:xfrm>
            <a:off x="2207954" y="1970009"/>
            <a:ext cx="7923183" cy="3867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CB20F0-62B0-DC42-88A1-F1DA8D3AC508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814635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Future work: BCB-sulfoximine probe idea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EBED163-DC09-1D8F-4FA7-0176994D8D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493274"/>
              </p:ext>
            </p:extLst>
          </p:nvPr>
        </p:nvGraphicFramePr>
        <p:xfrm>
          <a:off x="139396" y="2689297"/>
          <a:ext cx="11913208" cy="3923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9366452" imgH="3086349" progId="ChemDraw.Document.6.0">
                  <p:embed/>
                </p:oleObj>
              </mc:Choice>
              <mc:Fallback>
                <p:oleObj name="CS ChemDraw Drawing" r:id="rId2" imgW="9366452" imgH="3086349" progId="ChemDraw.Document.6.0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4EBED163-DC09-1D8F-4FA7-0176994D8D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9396" y="2689297"/>
                        <a:ext cx="11913208" cy="39238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8137E88-D33D-FD53-5BB7-0EEFBFF1A0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00118"/>
              </p:ext>
            </p:extLst>
          </p:nvPr>
        </p:nvGraphicFramePr>
        <p:xfrm>
          <a:off x="6096000" y="1894840"/>
          <a:ext cx="4164149" cy="1534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2533106" imgH="934184" progId="ChemDraw.Document.6.0">
                  <p:embed/>
                </p:oleObj>
              </mc:Choice>
              <mc:Fallback>
                <p:oleObj name="CS ChemDraw Drawing" r:id="rId4" imgW="2533106" imgH="934184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8137E88-D33D-FD53-5BB7-0EEFBFF1A0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96000" y="1894840"/>
                        <a:ext cx="4164149" cy="1534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04D97C3-2A9D-1FF3-4F53-4C4B346425C5}"/>
              </a:ext>
            </a:extLst>
          </p:cNvPr>
          <p:cNvSpPr/>
          <p:nvPr/>
        </p:nvSpPr>
        <p:spPr>
          <a:xfrm>
            <a:off x="5881255" y="1766455"/>
            <a:ext cx="4551218" cy="181840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38E9A1-9D40-6AFF-462E-74FD45C8FCAC}"/>
              </a:ext>
            </a:extLst>
          </p:cNvPr>
          <p:cNvSpPr/>
          <p:nvPr/>
        </p:nvSpPr>
        <p:spPr>
          <a:xfrm>
            <a:off x="7335982" y="4145973"/>
            <a:ext cx="4716622" cy="2597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2470A-733D-BBC9-FC96-007E8533525B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406824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Future work: BCB-sulfoximine probe idea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FB8732D-E2DF-A9FC-7CA5-F180F07028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840066"/>
              </p:ext>
            </p:extLst>
          </p:nvPr>
        </p:nvGraphicFramePr>
        <p:xfrm>
          <a:off x="146843" y="2260888"/>
          <a:ext cx="11898313" cy="401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9976135" imgH="3365158" progId="ChemDraw.Document.6.0">
                  <p:embed/>
                </p:oleObj>
              </mc:Choice>
              <mc:Fallback>
                <p:oleObj name="CS ChemDraw Drawing" r:id="rId2" imgW="9976135" imgH="3365158" progId="ChemDraw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FB8732D-E2DF-A9FC-7CA5-F180F07028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6843" y="2260888"/>
                        <a:ext cx="11898313" cy="4016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C6C6DC9-D693-86DD-C121-475C0D4C95D5}"/>
              </a:ext>
            </a:extLst>
          </p:cNvPr>
          <p:cNvSpPr/>
          <p:nvPr/>
        </p:nvSpPr>
        <p:spPr>
          <a:xfrm>
            <a:off x="7564582" y="1671349"/>
            <a:ext cx="4627418" cy="17576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A85775-CC72-A0BC-575D-6E4042EFFD49}"/>
              </a:ext>
            </a:extLst>
          </p:cNvPr>
          <p:cNvGrpSpPr/>
          <p:nvPr/>
        </p:nvGrpSpPr>
        <p:grpSpPr>
          <a:xfrm>
            <a:off x="2892137" y="3566189"/>
            <a:ext cx="9299863" cy="2907346"/>
            <a:chOff x="3013364" y="3566189"/>
            <a:chExt cx="9299863" cy="290734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8980864-364E-2C92-27C6-D056ED5A2534}"/>
                </a:ext>
              </a:extLst>
            </p:cNvPr>
            <p:cNvSpPr/>
            <p:nvPr/>
          </p:nvSpPr>
          <p:spPr>
            <a:xfrm>
              <a:off x="7685809" y="3566189"/>
              <a:ext cx="4627418" cy="29073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8E16DE-4007-CF74-6B1B-CB317BE36EFA}"/>
                </a:ext>
              </a:extLst>
            </p:cNvPr>
            <p:cNvSpPr/>
            <p:nvPr/>
          </p:nvSpPr>
          <p:spPr>
            <a:xfrm>
              <a:off x="3013364" y="4416136"/>
              <a:ext cx="6463145" cy="20470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78B0ACB-6DDA-86C1-A8BB-670C84B70C3A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69887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805B8-6236-87E9-67D9-7DD20D98F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Acknowledgement</a:t>
            </a:r>
            <a:r>
              <a:rPr lang="en-GB" dirty="0">
                <a:solidFill>
                  <a:srgbClr val="1E297E"/>
                </a:solidFill>
                <a:latin typeface="Franklin Gothic Book" panose="020B0503020102020204" pitchFamily="34" charset="0"/>
              </a:rPr>
              <a:t>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EA97F02-EB25-EF86-DC2A-64FA914697F1}"/>
              </a:ext>
            </a:extLst>
          </p:cNvPr>
          <p:cNvGrpSpPr/>
          <p:nvPr/>
        </p:nvGrpSpPr>
        <p:grpSpPr>
          <a:xfrm>
            <a:off x="8616280" y="5910913"/>
            <a:ext cx="3215680" cy="795628"/>
            <a:chOff x="6312024" y="1700808"/>
            <a:chExt cx="5112568" cy="136815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1BD1EFA-1B90-90B3-506C-D65ABA202C6F}"/>
                </a:ext>
              </a:extLst>
            </p:cNvPr>
            <p:cNvSpPr/>
            <p:nvPr/>
          </p:nvSpPr>
          <p:spPr>
            <a:xfrm>
              <a:off x="6312024" y="1700808"/>
              <a:ext cx="5112568" cy="1368152"/>
            </a:xfrm>
            <a:prstGeom prst="rect">
              <a:avLst/>
            </a:prstGeom>
            <a:solidFill>
              <a:srgbClr val="1E297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4" name="Picture 3" descr="A logo with white text&#10;&#10;Description automatically generated">
              <a:extLst>
                <a:ext uri="{FF2B5EF4-FFF2-40B4-BE49-F238E27FC236}">
                  <a16:creationId xmlns:a16="http://schemas.microsoft.com/office/drawing/2014/main" id="{6A3575AB-5AD7-9115-B05E-6D933C6D4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84032" y="1772816"/>
              <a:ext cx="4896544" cy="1224136"/>
            </a:xfrm>
            <a:prstGeom prst="rect">
              <a:avLst/>
            </a:prstGeom>
          </p:spPr>
        </p:pic>
      </p:grpSp>
      <p:pic>
        <p:nvPicPr>
          <p:cNvPr id="6146" name="Picture 2" descr="Bristol Neuroscience Research Network | Bristol Neuroscience Research  Network | University of Bristol">
            <a:extLst>
              <a:ext uri="{FF2B5EF4-FFF2-40B4-BE49-F238E27FC236}">
                <a16:creationId xmlns:a16="http://schemas.microsoft.com/office/drawing/2014/main" id="{CD6F0560-BE5E-00BE-EE42-F1B2295682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0" t="17450" r="8897" b="39500"/>
          <a:stretch/>
        </p:blipFill>
        <p:spPr bwMode="auto">
          <a:xfrm>
            <a:off x="4484268" y="5805264"/>
            <a:ext cx="3095358" cy="94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6" name="Picture 2">
            <a:extLst>
              <a:ext uri="{FF2B5EF4-FFF2-40B4-BE49-F238E27FC236}">
                <a16:creationId xmlns:a16="http://schemas.microsoft.com/office/drawing/2014/main" id="{E2A27DB9-4B7A-4CA2-5B88-F6926A4B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13" y="5857789"/>
            <a:ext cx="1916040" cy="904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04AB89-231E-9420-D9B2-CE84D20D1097}"/>
              </a:ext>
            </a:extLst>
          </p:cNvPr>
          <p:cNvSpPr txBox="1"/>
          <p:nvPr/>
        </p:nvSpPr>
        <p:spPr>
          <a:xfrm>
            <a:off x="838200" y="2087989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xxx</a:t>
            </a:r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75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5161</TotalTime>
  <Words>1277</Words>
  <Application>Microsoft Office PowerPoint</Application>
  <PresentationFormat>Widescreen</PresentationFormat>
  <Paragraphs>222</Paragraphs>
  <Slides>30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Aptos</vt:lpstr>
      <vt:lpstr>Aptos Display</vt:lpstr>
      <vt:lpstr>Aptos Narrow</vt:lpstr>
      <vt:lpstr>Arial</vt:lpstr>
      <vt:lpstr>Franklin Gothic Book</vt:lpstr>
      <vt:lpstr>Times New Roman</vt:lpstr>
      <vt:lpstr>Wingdings</vt:lpstr>
      <vt:lpstr>Office Theme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Kelly</dc:creator>
  <cp:lastModifiedBy>Ben Kelly</cp:lastModifiedBy>
  <cp:revision>4</cp:revision>
  <dcterms:created xsi:type="dcterms:W3CDTF">2024-12-06T10:05:59Z</dcterms:created>
  <dcterms:modified xsi:type="dcterms:W3CDTF">2026-03-21T16:52:10Z</dcterms:modified>
</cp:coreProperties>
</file>